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IBM Plex Sans KR"/>
      <p:regular r:id="rId24"/>
      <p:bold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FF8EE6E-68CC-47FB-9A1A-AE0CE3782BAE}">
  <a:tblStyle styleId="{8FF8EE6E-68CC-47FB-9A1A-AE0CE3782BA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IBMPlexSansKR-regular.fntdata"/><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5" Type="http://schemas.openxmlformats.org/officeDocument/2006/relationships/font" Target="fonts/IBMPlexSansKR-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g37fda13275f_0_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 name="Google Shape;49;g37fda13275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8d2cfd91f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g38d2cfd91f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a67cbf04d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a67cbf04d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a67cbf04d1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a67cbf04d1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a67cbf04d1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a67cbf04d1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67cbf04d1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a67cbf04d1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a67cbf04d1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a67cbf04d1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a67cbf04d1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a67cbf04d1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a67cbf04d1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a67cbf04d1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a67cbf04d1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a67cbf04d1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a67cbf04d1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a67cbf04d1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67cbf04d1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a67cbf04d1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a67cbf04d1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a67cbf04d1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a67cbf04d1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a67cbf04d1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a67cbf04d1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a67cbf04d1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a67cbf04d1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a67cbf04d1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a67cbf04d1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a67cbf04d1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p:cSld name="제목 슬라이드">
    <p:spTree>
      <p:nvGrpSpPr>
        <p:cNvPr id="13" name="Shape 13"/>
        <p:cNvGrpSpPr/>
        <p:nvPr/>
      </p:nvGrpSpPr>
      <p:grpSpPr>
        <a:xfrm>
          <a:off x="0" y="0"/>
          <a:ext cx="0" cy="0"/>
          <a:chOff x="0" y="0"/>
          <a:chExt cx="0" cy="0"/>
        </a:xfrm>
      </p:grpSpPr>
      <p:sp>
        <p:nvSpPr>
          <p:cNvPr id="14" name="Google Shape;14;p2"/>
          <p:cNvSpPr txBox="1"/>
          <p:nvPr>
            <p:ph type="ctrTitle"/>
          </p:nvPr>
        </p:nvSpPr>
        <p:spPr>
          <a:xfrm>
            <a:off x="461988" y="1625986"/>
            <a:ext cx="6752400" cy="1505700"/>
          </a:xfrm>
          <a:prstGeom prst="rect">
            <a:avLst/>
          </a:prstGeom>
          <a:noFill/>
          <a:ln>
            <a:noFill/>
          </a:ln>
        </p:spPr>
        <p:txBody>
          <a:bodyPr anchorCtr="0" anchor="t" bIns="34275" lIns="68575" spcFirstLastPara="1" rIns="68575" wrap="square" tIns="34275">
            <a:normAutofit/>
          </a:bodyPr>
          <a:lstStyle>
            <a:lvl1pPr lvl="0" rtl="0" algn="l">
              <a:lnSpc>
                <a:spcPct val="150000"/>
              </a:lnSpc>
              <a:spcBef>
                <a:spcPts val="0"/>
              </a:spcBef>
              <a:spcAft>
                <a:spcPts val="0"/>
              </a:spcAft>
              <a:buClr>
                <a:srgbClr val="00462A"/>
              </a:buClr>
              <a:buSzPts val="3400"/>
              <a:buFont typeface="Arial"/>
              <a:buNone/>
              <a:defRPr sz="3400">
                <a:solidFill>
                  <a:srgbClr val="00462A"/>
                </a:solidFill>
                <a:latin typeface="Arial"/>
                <a:ea typeface="Arial"/>
                <a:cs typeface="Arial"/>
                <a:sym typeface="Arial"/>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pic>
        <p:nvPicPr>
          <p:cNvPr id="15" name="Google Shape;15;p2"/>
          <p:cNvPicPr preferRelativeResize="0"/>
          <p:nvPr/>
        </p:nvPicPr>
        <p:blipFill rotWithShape="1">
          <a:blip r:embed="rId2">
            <a:alphaModFix/>
          </a:blip>
          <a:srcRect b="81427" l="0" r="0" t="0"/>
          <a:stretch/>
        </p:blipFill>
        <p:spPr>
          <a:xfrm>
            <a:off x="931" y="0"/>
            <a:ext cx="9142135" cy="955315"/>
          </a:xfrm>
          <a:prstGeom prst="rect">
            <a:avLst/>
          </a:prstGeom>
          <a:noFill/>
          <a:ln>
            <a:noFill/>
          </a:ln>
        </p:spPr>
      </p:pic>
      <p:pic>
        <p:nvPicPr>
          <p:cNvPr id="16" name="Google Shape;16;p2"/>
          <p:cNvPicPr preferRelativeResize="0"/>
          <p:nvPr/>
        </p:nvPicPr>
        <p:blipFill rotWithShape="1">
          <a:blip r:embed="rId3">
            <a:alphaModFix/>
          </a:blip>
          <a:srcRect b="0" l="0" r="0" t="0"/>
          <a:stretch/>
        </p:blipFill>
        <p:spPr>
          <a:xfrm>
            <a:off x="931" y="2"/>
            <a:ext cx="9142135" cy="514350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구역 머리글">
  <p:cSld name="구역 머리글">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931" y="2"/>
            <a:ext cx="9142135" cy="5143501"/>
          </a:xfrm>
          <a:prstGeom prst="rect">
            <a:avLst/>
          </a:prstGeom>
          <a:noFill/>
          <a:ln>
            <a:noFill/>
          </a:ln>
        </p:spPr>
      </p:pic>
      <p:sp>
        <p:nvSpPr>
          <p:cNvPr id="19" name="Google Shape;19;p3"/>
          <p:cNvSpPr txBox="1"/>
          <p:nvPr>
            <p:ph type="title"/>
          </p:nvPr>
        </p:nvSpPr>
        <p:spPr>
          <a:xfrm>
            <a:off x="459382" y="1501975"/>
            <a:ext cx="6858900" cy="2139600"/>
          </a:xfrm>
          <a:prstGeom prst="rect">
            <a:avLst/>
          </a:prstGeom>
          <a:noFill/>
          <a:ln>
            <a:noFill/>
          </a:ln>
        </p:spPr>
        <p:txBody>
          <a:bodyPr anchorCtr="0" anchor="ctr" bIns="34275" lIns="68575" spcFirstLastPara="1" rIns="68575" wrap="square" tIns="34275">
            <a:normAutofit/>
          </a:bodyPr>
          <a:lstStyle>
            <a:lvl1pPr lvl="0" rtl="0" algn="l">
              <a:lnSpc>
                <a:spcPct val="150000"/>
              </a:lnSpc>
              <a:spcBef>
                <a:spcPts val="0"/>
              </a:spcBef>
              <a:spcAft>
                <a:spcPts val="0"/>
              </a:spcAft>
              <a:buClr>
                <a:srgbClr val="00462A"/>
              </a:buClr>
              <a:buSzPts val="2400"/>
              <a:buFont typeface="Arial"/>
              <a:buNone/>
              <a:defRPr sz="2400">
                <a:solidFill>
                  <a:srgbClr val="00462A"/>
                </a:solidFill>
                <a:latin typeface="Arial"/>
                <a:ea typeface="Arial"/>
                <a:cs typeface="Arial"/>
                <a:sym typeface="Arial"/>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pic>
        <p:nvPicPr>
          <p:cNvPr id="20" name="Google Shape;20;p3"/>
          <p:cNvPicPr preferRelativeResize="0"/>
          <p:nvPr/>
        </p:nvPicPr>
        <p:blipFill rotWithShape="1">
          <a:blip r:embed="rId3">
            <a:alphaModFix/>
          </a:blip>
          <a:srcRect b="81427" l="0" r="0" t="0"/>
          <a:stretch/>
        </p:blipFill>
        <p:spPr>
          <a:xfrm>
            <a:off x="931" y="0"/>
            <a:ext cx="9142135" cy="95531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641797" y="149789"/>
            <a:ext cx="7547700" cy="6117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rgbClr val="00482B"/>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23" name="Google Shape;23;p4"/>
          <p:cNvSpPr txBox="1"/>
          <p:nvPr>
            <p:ph idx="1" type="body"/>
          </p:nvPr>
        </p:nvSpPr>
        <p:spPr>
          <a:xfrm>
            <a:off x="640374" y="1212929"/>
            <a:ext cx="7548900" cy="3263400"/>
          </a:xfrm>
          <a:prstGeom prst="rect">
            <a:avLst/>
          </a:prstGeom>
          <a:noFill/>
          <a:ln>
            <a:noFill/>
          </a:ln>
        </p:spPr>
        <p:txBody>
          <a:bodyPr anchorCtr="0" anchor="t" bIns="34275" lIns="68575" spcFirstLastPara="1" rIns="68575" wrap="square" tIns="34275">
            <a:normAutofit/>
          </a:bodyPr>
          <a:lstStyle>
            <a:lvl1pPr indent="-361950" lvl="0" marL="457200" rtl="0" algn="l">
              <a:lnSpc>
                <a:spcPct val="120000"/>
              </a:lnSpc>
              <a:spcBef>
                <a:spcPts val="800"/>
              </a:spcBef>
              <a:spcAft>
                <a:spcPts val="0"/>
              </a:spcAft>
              <a:buClr>
                <a:srgbClr val="171616"/>
              </a:buClr>
              <a:buSzPts val="2100"/>
              <a:buChar char="•"/>
              <a:defRPr>
                <a:solidFill>
                  <a:srgbClr val="171616"/>
                </a:solidFill>
              </a:defRPr>
            </a:lvl1pPr>
            <a:lvl2pPr indent="-342900" lvl="1" marL="914400" rtl="0" algn="l">
              <a:lnSpc>
                <a:spcPct val="120000"/>
              </a:lnSpc>
              <a:spcBef>
                <a:spcPts val="400"/>
              </a:spcBef>
              <a:spcAft>
                <a:spcPts val="0"/>
              </a:spcAft>
              <a:buClr>
                <a:srgbClr val="171616"/>
              </a:buClr>
              <a:buSzPts val="1800"/>
              <a:buChar char="•"/>
              <a:defRPr>
                <a:solidFill>
                  <a:srgbClr val="171616"/>
                </a:solidFill>
              </a:defRPr>
            </a:lvl2pPr>
            <a:lvl3pPr indent="-323850" lvl="2" marL="1371600" rtl="0" algn="l">
              <a:lnSpc>
                <a:spcPct val="120000"/>
              </a:lnSpc>
              <a:spcBef>
                <a:spcPts val="400"/>
              </a:spcBef>
              <a:spcAft>
                <a:spcPts val="0"/>
              </a:spcAft>
              <a:buClr>
                <a:srgbClr val="171616"/>
              </a:buClr>
              <a:buSzPts val="1500"/>
              <a:buChar char="•"/>
              <a:defRPr>
                <a:solidFill>
                  <a:srgbClr val="171616"/>
                </a:solidFill>
              </a:defRPr>
            </a:lvl3pPr>
            <a:lvl4pPr indent="-317500" lvl="3" marL="1828800" rtl="0" algn="l">
              <a:lnSpc>
                <a:spcPct val="120000"/>
              </a:lnSpc>
              <a:spcBef>
                <a:spcPts val="400"/>
              </a:spcBef>
              <a:spcAft>
                <a:spcPts val="0"/>
              </a:spcAft>
              <a:buClr>
                <a:srgbClr val="171616"/>
              </a:buClr>
              <a:buSzPts val="1400"/>
              <a:buChar char="•"/>
              <a:defRPr>
                <a:solidFill>
                  <a:srgbClr val="171616"/>
                </a:solidFill>
              </a:defRPr>
            </a:lvl4pPr>
            <a:lvl5pPr indent="-317500" lvl="4" marL="2286000" rtl="0" algn="l">
              <a:lnSpc>
                <a:spcPct val="120000"/>
              </a:lnSpc>
              <a:spcBef>
                <a:spcPts val="400"/>
              </a:spcBef>
              <a:spcAft>
                <a:spcPts val="0"/>
              </a:spcAft>
              <a:buClr>
                <a:srgbClr val="171616"/>
              </a:buClr>
              <a:buSzPts val="1400"/>
              <a:buChar char="•"/>
              <a:defRPr>
                <a:solidFill>
                  <a:srgbClr val="171616"/>
                </a:solidFill>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24" name="Google Shape;24;p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25" name="Google Shape;25;p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26" name="Google Shape;26;p4"/>
          <p:cNvSpPr txBox="1"/>
          <p:nvPr>
            <p:ph idx="12" type="sldNum"/>
          </p:nvPr>
        </p:nvSpPr>
        <p:spPr>
          <a:xfrm>
            <a:off x="7190714" y="4634462"/>
            <a:ext cx="6186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b="0" i="0" sz="900" u="none" cap="none" strike="noStrike">
                <a:solidFill>
                  <a:srgbClr val="8C8E90"/>
                </a:solidFill>
                <a:latin typeface="Arial"/>
                <a:ea typeface="Arial"/>
                <a:cs typeface="Arial"/>
                <a:sym typeface="Arial"/>
              </a:defRPr>
            </a:lvl1pPr>
            <a:lvl2pPr indent="0" lvl="1" marL="0" rtl="0" algn="r">
              <a:spcBef>
                <a:spcPts val="0"/>
              </a:spcBef>
              <a:buNone/>
              <a:defRPr b="0" i="0" sz="900" u="none" cap="none" strike="noStrike">
                <a:solidFill>
                  <a:srgbClr val="8C8E90"/>
                </a:solidFill>
                <a:latin typeface="Arial"/>
                <a:ea typeface="Arial"/>
                <a:cs typeface="Arial"/>
                <a:sym typeface="Arial"/>
              </a:defRPr>
            </a:lvl2pPr>
            <a:lvl3pPr indent="0" lvl="2" marL="0" rtl="0" algn="r">
              <a:spcBef>
                <a:spcPts val="0"/>
              </a:spcBef>
              <a:buNone/>
              <a:defRPr b="0" i="0" sz="900" u="none" cap="none" strike="noStrike">
                <a:solidFill>
                  <a:srgbClr val="8C8E90"/>
                </a:solidFill>
                <a:latin typeface="Arial"/>
                <a:ea typeface="Arial"/>
                <a:cs typeface="Arial"/>
                <a:sym typeface="Arial"/>
              </a:defRPr>
            </a:lvl3pPr>
            <a:lvl4pPr indent="0" lvl="3" marL="0" rtl="0" algn="r">
              <a:spcBef>
                <a:spcPts val="0"/>
              </a:spcBef>
              <a:buNone/>
              <a:defRPr b="0" i="0" sz="900" u="none" cap="none" strike="noStrike">
                <a:solidFill>
                  <a:srgbClr val="8C8E90"/>
                </a:solidFill>
                <a:latin typeface="Arial"/>
                <a:ea typeface="Arial"/>
                <a:cs typeface="Arial"/>
                <a:sym typeface="Arial"/>
              </a:defRPr>
            </a:lvl4pPr>
            <a:lvl5pPr indent="0" lvl="4" marL="0" rtl="0" algn="r">
              <a:spcBef>
                <a:spcPts val="0"/>
              </a:spcBef>
              <a:buNone/>
              <a:defRPr b="0" i="0" sz="900" u="none" cap="none" strike="noStrike">
                <a:solidFill>
                  <a:srgbClr val="8C8E90"/>
                </a:solidFill>
                <a:latin typeface="Arial"/>
                <a:ea typeface="Arial"/>
                <a:cs typeface="Arial"/>
                <a:sym typeface="Arial"/>
              </a:defRPr>
            </a:lvl5pPr>
            <a:lvl6pPr indent="0" lvl="5" marL="0" rtl="0" algn="r">
              <a:spcBef>
                <a:spcPts val="0"/>
              </a:spcBef>
              <a:buNone/>
              <a:defRPr b="0" i="0" sz="900" u="none" cap="none" strike="noStrike">
                <a:solidFill>
                  <a:srgbClr val="8C8E90"/>
                </a:solidFill>
                <a:latin typeface="Arial"/>
                <a:ea typeface="Arial"/>
                <a:cs typeface="Arial"/>
                <a:sym typeface="Arial"/>
              </a:defRPr>
            </a:lvl6pPr>
            <a:lvl7pPr indent="0" lvl="6" marL="0" rtl="0" algn="r">
              <a:spcBef>
                <a:spcPts val="0"/>
              </a:spcBef>
              <a:buNone/>
              <a:defRPr b="0" i="0" sz="900" u="none" cap="none" strike="noStrike">
                <a:solidFill>
                  <a:srgbClr val="8C8E90"/>
                </a:solidFill>
                <a:latin typeface="Arial"/>
                <a:ea typeface="Arial"/>
                <a:cs typeface="Arial"/>
                <a:sym typeface="Arial"/>
              </a:defRPr>
            </a:lvl7pPr>
            <a:lvl8pPr indent="0" lvl="7" marL="0" rtl="0" algn="r">
              <a:spcBef>
                <a:spcPts val="0"/>
              </a:spcBef>
              <a:buNone/>
              <a:defRPr b="0" i="0" sz="900" u="none" cap="none" strike="noStrike">
                <a:solidFill>
                  <a:srgbClr val="8C8E90"/>
                </a:solidFill>
                <a:latin typeface="Arial"/>
                <a:ea typeface="Arial"/>
                <a:cs typeface="Arial"/>
                <a:sym typeface="Arial"/>
              </a:defRPr>
            </a:lvl8pPr>
            <a:lvl9pPr indent="0" lvl="8" marL="0" rtl="0" algn="r">
              <a:spcBef>
                <a:spcPts val="0"/>
              </a:spcBef>
              <a:buNone/>
              <a:defRPr b="0" i="0" sz="900" u="none" cap="none" strike="noStrike">
                <a:solidFill>
                  <a:srgbClr val="8C8E9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콘텐츠 2개" type="twoObj">
  <p:cSld name="TWO_OBJECTS">
    <p:spTree>
      <p:nvGrpSpPr>
        <p:cNvPr id="27" name="Shape 27"/>
        <p:cNvGrpSpPr/>
        <p:nvPr/>
      </p:nvGrpSpPr>
      <p:grpSpPr>
        <a:xfrm>
          <a:off x="0" y="0"/>
          <a:ext cx="0" cy="0"/>
          <a:chOff x="0" y="0"/>
          <a:chExt cx="0" cy="0"/>
        </a:xfrm>
      </p:grpSpPr>
      <p:sp>
        <p:nvSpPr>
          <p:cNvPr id="28" name="Google Shape;28;p5"/>
          <p:cNvSpPr txBox="1"/>
          <p:nvPr>
            <p:ph type="title"/>
          </p:nvPr>
        </p:nvSpPr>
        <p:spPr>
          <a:xfrm>
            <a:off x="641797" y="149789"/>
            <a:ext cx="7547700" cy="6117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rgbClr val="00482B"/>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29" name="Google Shape;29;p5"/>
          <p:cNvSpPr txBox="1"/>
          <p:nvPr>
            <p:ph idx="1" type="body"/>
          </p:nvPr>
        </p:nvSpPr>
        <p:spPr>
          <a:xfrm>
            <a:off x="390996" y="1095375"/>
            <a:ext cx="34110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120000"/>
              </a:lnSpc>
              <a:spcBef>
                <a:spcPts val="800"/>
              </a:spcBef>
              <a:spcAft>
                <a:spcPts val="0"/>
              </a:spcAft>
              <a:buClr>
                <a:srgbClr val="171616"/>
              </a:buClr>
              <a:buSzPts val="1400"/>
              <a:buChar char="•"/>
              <a:defRPr/>
            </a:lvl1pPr>
            <a:lvl2pPr indent="-317500" lvl="1" marL="914400" rtl="0" algn="l">
              <a:lnSpc>
                <a:spcPct val="120000"/>
              </a:lnSpc>
              <a:spcBef>
                <a:spcPts val="400"/>
              </a:spcBef>
              <a:spcAft>
                <a:spcPts val="0"/>
              </a:spcAft>
              <a:buClr>
                <a:srgbClr val="171616"/>
              </a:buClr>
              <a:buSzPts val="1400"/>
              <a:buChar char="•"/>
              <a:defRPr/>
            </a:lvl2pPr>
            <a:lvl3pPr indent="-317500" lvl="2" marL="1371600" rtl="0" algn="l">
              <a:lnSpc>
                <a:spcPct val="120000"/>
              </a:lnSpc>
              <a:spcBef>
                <a:spcPts val="400"/>
              </a:spcBef>
              <a:spcAft>
                <a:spcPts val="0"/>
              </a:spcAft>
              <a:buClr>
                <a:srgbClr val="171616"/>
              </a:buClr>
              <a:buSzPts val="1400"/>
              <a:buChar char="•"/>
              <a:defRPr/>
            </a:lvl3pPr>
            <a:lvl4pPr indent="-317500" lvl="3" marL="1828800" rtl="0" algn="l">
              <a:lnSpc>
                <a:spcPct val="120000"/>
              </a:lnSpc>
              <a:spcBef>
                <a:spcPts val="400"/>
              </a:spcBef>
              <a:spcAft>
                <a:spcPts val="0"/>
              </a:spcAft>
              <a:buClr>
                <a:srgbClr val="171616"/>
              </a:buClr>
              <a:buSzPts val="1400"/>
              <a:buChar char="•"/>
              <a:defRPr/>
            </a:lvl4pPr>
            <a:lvl5pPr indent="-317500" lvl="4" marL="2286000" rtl="0" algn="l">
              <a:lnSpc>
                <a:spcPct val="120000"/>
              </a:lnSpc>
              <a:spcBef>
                <a:spcPts val="400"/>
              </a:spcBef>
              <a:spcAft>
                <a:spcPts val="0"/>
              </a:spcAft>
              <a:buClr>
                <a:srgbClr val="171616"/>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30" name="Google Shape;30;p5"/>
          <p:cNvSpPr txBox="1"/>
          <p:nvPr>
            <p:ph idx="2" type="body"/>
          </p:nvPr>
        </p:nvSpPr>
        <p:spPr>
          <a:xfrm>
            <a:off x="3801890" y="1095375"/>
            <a:ext cx="34110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120000"/>
              </a:lnSpc>
              <a:spcBef>
                <a:spcPts val="800"/>
              </a:spcBef>
              <a:spcAft>
                <a:spcPts val="0"/>
              </a:spcAft>
              <a:buClr>
                <a:srgbClr val="171616"/>
              </a:buClr>
              <a:buSzPts val="1400"/>
              <a:buChar char="•"/>
              <a:defRPr/>
            </a:lvl1pPr>
            <a:lvl2pPr indent="-317500" lvl="1" marL="914400" rtl="0" algn="l">
              <a:lnSpc>
                <a:spcPct val="120000"/>
              </a:lnSpc>
              <a:spcBef>
                <a:spcPts val="400"/>
              </a:spcBef>
              <a:spcAft>
                <a:spcPts val="0"/>
              </a:spcAft>
              <a:buClr>
                <a:srgbClr val="171616"/>
              </a:buClr>
              <a:buSzPts val="1400"/>
              <a:buChar char="•"/>
              <a:defRPr/>
            </a:lvl2pPr>
            <a:lvl3pPr indent="-317500" lvl="2" marL="1371600" rtl="0" algn="l">
              <a:lnSpc>
                <a:spcPct val="120000"/>
              </a:lnSpc>
              <a:spcBef>
                <a:spcPts val="400"/>
              </a:spcBef>
              <a:spcAft>
                <a:spcPts val="0"/>
              </a:spcAft>
              <a:buClr>
                <a:srgbClr val="171616"/>
              </a:buClr>
              <a:buSzPts val="1400"/>
              <a:buChar char="•"/>
              <a:defRPr/>
            </a:lvl3pPr>
            <a:lvl4pPr indent="-317500" lvl="3" marL="1828800" rtl="0" algn="l">
              <a:lnSpc>
                <a:spcPct val="120000"/>
              </a:lnSpc>
              <a:spcBef>
                <a:spcPts val="400"/>
              </a:spcBef>
              <a:spcAft>
                <a:spcPts val="0"/>
              </a:spcAft>
              <a:buClr>
                <a:srgbClr val="171616"/>
              </a:buClr>
              <a:buSzPts val="1400"/>
              <a:buChar char="•"/>
              <a:defRPr/>
            </a:lvl4pPr>
            <a:lvl5pPr indent="-317500" lvl="4" marL="2286000" rtl="0" algn="l">
              <a:lnSpc>
                <a:spcPct val="120000"/>
              </a:lnSpc>
              <a:spcBef>
                <a:spcPts val="400"/>
              </a:spcBef>
              <a:spcAft>
                <a:spcPts val="0"/>
              </a:spcAft>
              <a:buClr>
                <a:srgbClr val="171616"/>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31" name="Google Shape;31;p5"/>
          <p:cNvSpPr txBox="1"/>
          <p:nvPr>
            <p:ph idx="10" type="dt"/>
          </p:nvPr>
        </p:nvSpPr>
        <p:spPr>
          <a:xfrm>
            <a:off x="390997" y="4493419"/>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32" name="Google Shape;32;p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33" name="Google Shape;33;p5"/>
          <p:cNvSpPr txBox="1"/>
          <p:nvPr>
            <p:ph idx="12" type="sldNum"/>
          </p:nvPr>
        </p:nvSpPr>
        <p:spPr>
          <a:xfrm>
            <a:off x="8254185" y="4819712"/>
            <a:ext cx="619800" cy="3597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만" type="titleOnly">
  <p:cSld name="TITLE_ONLY">
    <p:spTree>
      <p:nvGrpSpPr>
        <p:cNvPr id="34" name="Shape 34"/>
        <p:cNvGrpSpPr/>
        <p:nvPr/>
      </p:nvGrpSpPr>
      <p:grpSpPr>
        <a:xfrm>
          <a:off x="0" y="0"/>
          <a:ext cx="0" cy="0"/>
          <a:chOff x="0" y="0"/>
          <a:chExt cx="0" cy="0"/>
        </a:xfrm>
      </p:grpSpPr>
      <p:sp>
        <p:nvSpPr>
          <p:cNvPr id="35" name="Google Shape;35;p6"/>
          <p:cNvSpPr txBox="1"/>
          <p:nvPr>
            <p:ph type="title"/>
          </p:nvPr>
        </p:nvSpPr>
        <p:spPr>
          <a:xfrm>
            <a:off x="641797" y="149789"/>
            <a:ext cx="7547700" cy="6117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rgbClr val="00482B"/>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36" name="Google Shape;36;p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37" name="Google Shape;37;p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38" name="Google Shape;38;p6"/>
          <p:cNvSpPr txBox="1"/>
          <p:nvPr>
            <p:ph idx="12" type="sldNum"/>
          </p:nvPr>
        </p:nvSpPr>
        <p:spPr>
          <a:xfrm>
            <a:off x="8254185" y="4819712"/>
            <a:ext cx="619800" cy="3597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빈 화면" type="blank">
  <p:cSld name="BLANK">
    <p:spTree>
      <p:nvGrpSpPr>
        <p:cNvPr id="39" name="Shape 39"/>
        <p:cNvGrpSpPr/>
        <p:nvPr/>
      </p:nvGrpSpPr>
      <p:grpSpPr>
        <a:xfrm>
          <a:off x="0" y="0"/>
          <a:ext cx="0" cy="0"/>
          <a:chOff x="0" y="0"/>
          <a:chExt cx="0" cy="0"/>
        </a:xfrm>
      </p:grpSpPr>
      <p:sp>
        <p:nvSpPr>
          <p:cNvPr id="40" name="Google Shape;40;p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41" name="Google Shape;41;p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42" name="Google Shape;42;p7"/>
          <p:cNvSpPr txBox="1"/>
          <p:nvPr>
            <p:ph idx="12" type="sldNum"/>
          </p:nvPr>
        </p:nvSpPr>
        <p:spPr>
          <a:xfrm>
            <a:off x="8254185" y="4819712"/>
            <a:ext cx="619800" cy="3597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1" type="title">
  <p:cSld name="TITLE">
    <p:spTree>
      <p:nvGrpSpPr>
        <p:cNvPr id="43" name="Shape 43"/>
        <p:cNvGrpSpPr/>
        <p:nvPr/>
      </p:nvGrpSpPr>
      <p:grpSpPr>
        <a:xfrm>
          <a:off x="0" y="0"/>
          <a:ext cx="0" cy="0"/>
          <a:chOff x="0" y="0"/>
          <a:chExt cx="0" cy="0"/>
        </a:xfrm>
      </p:grpSpPr>
      <p:sp>
        <p:nvSpPr>
          <p:cNvPr id="44" name="Google Shape;44;p8"/>
          <p:cNvSpPr txBox="1"/>
          <p:nvPr>
            <p:ph type="ctrTitle"/>
          </p:nvPr>
        </p:nvSpPr>
        <p:spPr>
          <a:xfrm>
            <a:off x="311708" y="744575"/>
            <a:ext cx="8520600" cy="2052600"/>
          </a:xfrm>
          <a:prstGeom prst="rect">
            <a:avLst/>
          </a:prstGeom>
        </p:spPr>
        <p:txBody>
          <a:bodyPr anchorCtr="0" anchor="b" bIns="34275" lIns="68575" spcFirstLastPara="1" rIns="68575" wrap="square" tIns="3427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45" name="Google Shape;45;p8"/>
          <p:cNvSpPr txBox="1"/>
          <p:nvPr>
            <p:ph idx="1" type="subTitle"/>
          </p:nvPr>
        </p:nvSpPr>
        <p:spPr>
          <a:xfrm>
            <a:off x="311700" y="2834125"/>
            <a:ext cx="8520600" cy="792600"/>
          </a:xfrm>
          <a:prstGeom prst="rect">
            <a:avLst/>
          </a:prstGeom>
        </p:spPr>
        <p:txBody>
          <a:bodyPr anchorCtr="0" anchor="t" bIns="34275" lIns="68575" spcFirstLastPara="1" rIns="68575" wrap="square" tIns="34275">
            <a:normAutofit/>
          </a:bodyPr>
          <a:lstStyle>
            <a:lvl1pPr lvl="0" rtl="0" algn="ctr">
              <a:lnSpc>
                <a:spcPct val="100000"/>
              </a:lnSpc>
              <a:spcBef>
                <a:spcPts val="800"/>
              </a:spcBef>
              <a:spcAft>
                <a:spcPts val="0"/>
              </a:spcAft>
              <a:buSzPts val="2800"/>
              <a:buNone/>
              <a:defRPr sz="2800"/>
            </a:lvl1pPr>
            <a:lvl2pPr lvl="1" rtl="0" algn="ctr">
              <a:lnSpc>
                <a:spcPct val="100000"/>
              </a:lnSpc>
              <a:spcBef>
                <a:spcPts val="400"/>
              </a:spcBef>
              <a:spcAft>
                <a:spcPts val="0"/>
              </a:spcAft>
              <a:buSzPts val="2800"/>
              <a:buNone/>
              <a:defRPr sz="2800"/>
            </a:lvl2pPr>
            <a:lvl3pPr lvl="2" rtl="0" algn="ctr">
              <a:lnSpc>
                <a:spcPct val="100000"/>
              </a:lnSpc>
              <a:spcBef>
                <a:spcPts val="400"/>
              </a:spcBef>
              <a:spcAft>
                <a:spcPts val="0"/>
              </a:spcAft>
              <a:buSzPts val="2800"/>
              <a:buNone/>
              <a:defRPr sz="2800"/>
            </a:lvl3pPr>
            <a:lvl4pPr lvl="3" rtl="0" algn="ctr">
              <a:lnSpc>
                <a:spcPct val="100000"/>
              </a:lnSpc>
              <a:spcBef>
                <a:spcPts val="400"/>
              </a:spcBef>
              <a:spcAft>
                <a:spcPts val="0"/>
              </a:spcAft>
              <a:buSzPts val="2800"/>
              <a:buNone/>
              <a:defRPr sz="2800"/>
            </a:lvl4pPr>
            <a:lvl5pPr lvl="4" rtl="0" algn="ctr">
              <a:lnSpc>
                <a:spcPct val="100000"/>
              </a:lnSpc>
              <a:spcBef>
                <a:spcPts val="400"/>
              </a:spcBef>
              <a:spcAft>
                <a:spcPts val="0"/>
              </a:spcAft>
              <a:buSzPts val="2800"/>
              <a:buNone/>
              <a:defRPr sz="2800"/>
            </a:lvl5pPr>
            <a:lvl6pPr lvl="5" rtl="0" algn="ctr">
              <a:lnSpc>
                <a:spcPct val="100000"/>
              </a:lnSpc>
              <a:spcBef>
                <a:spcPts val="400"/>
              </a:spcBef>
              <a:spcAft>
                <a:spcPts val="0"/>
              </a:spcAft>
              <a:buSzPts val="2800"/>
              <a:buNone/>
              <a:defRPr sz="2800"/>
            </a:lvl6pPr>
            <a:lvl7pPr lvl="6" rtl="0" algn="ctr">
              <a:lnSpc>
                <a:spcPct val="100000"/>
              </a:lnSpc>
              <a:spcBef>
                <a:spcPts val="400"/>
              </a:spcBef>
              <a:spcAft>
                <a:spcPts val="0"/>
              </a:spcAft>
              <a:buSzPts val="2800"/>
              <a:buNone/>
              <a:defRPr sz="2800"/>
            </a:lvl7pPr>
            <a:lvl8pPr lvl="7" rtl="0" algn="ctr">
              <a:lnSpc>
                <a:spcPct val="100000"/>
              </a:lnSpc>
              <a:spcBef>
                <a:spcPts val="400"/>
              </a:spcBef>
              <a:spcAft>
                <a:spcPts val="0"/>
              </a:spcAft>
              <a:buSzPts val="2800"/>
              <a:buNone/>
              <a:defRPr sz="2800"/>
            </a:lvl8pPr>
            <a:lvl9pPr lvl="8" rtl="0" algn="ctr">
              <a:lnSpc>
                <a:spcPct val="100000"/>
              </a:lnSpc>
              <a:spcBef>
                <a:spcPts val="400"/>
              </a:spcBef>
              <a:spcAft>
                <a:spcPts val="0"/>
              </a:spcAft>
              <a:buSzPts val="2800"/>
              <a:buNone/>
              <a:defRPr sz="2800"/>
            </a:lvl9pPr>
          </a:lstStyle>
          <a:p/>
        </p:txBody>
      </p:sp>
      <p:sp>
        <p:nvSpPr>
          <p:cNvPr id="46" name="Google Shape;46;p8"/>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slideLayout" Target="../slideLayouts/slideLayout1.xml"/><Relationship Id="rId4" Type="http://schemas.openxmlformats.org/officeDocument/2006/relationships/slideLayout" Target="../slideLayouts/slideLayout2.xml"/><Relationship Id="rId10" Type="http://schemas.openxmlformats.org/officeDocument/2006/relationships/theme" Target="../theme/theme2.xml"/><Relationship Id="rId9" Type="http://schemas.openxmlformats.org/officeDocument/2006/relationships/slideLayout" Target="../slideLayouts/slideLayout7.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1"/>
          <p:cNvPicPr preferRelativeResize="0"/>
          <p:nvPr/>
        </p:nvPicPr>
        <p:blipFill rotWithShape="1">
          <a:blip r:embed="rId1">
            <a:alphaModFix/>
          </a:blip>
          <a:srcRect b="0" l="0" r="0" t="0"/>
          <a:stretch/>
        </p:blipFill>
        <p:spPr>
          <a:xfrm>
            <a:off x="931" y="0"/>
            <a:ext cx="9142135" cy="5143501"/>
          </a:xfrm>
          <a:prstGeom prst="rect">
            <a:avLst/>
          </a:prstGeom>
          <a:noFill/>
          <a:ln>
            <a:noFill/>
          </a:ln>
        </p:spPr>
      </p:pic>
      <p:pic>
        <p:nvPicPr>
          <p:cNvPr id="7" name="Google Shape;7;p1"/>
          <p:cNvPicPr preferRelativeResize="0"/>
          <p:nvPr/>
        </p:nvPicPr>
        <p:blipFill rotWithShape="1">
          <a:blip r:embed="rId2">
            <a:alphaModFix/>
          </a:blip>
          <a:srcRect b="81009" l="0" r="0" t="0"/>
          <a:stretch/>
        </p:blipFill>
        <p:spPr>
          <a:xfrm>
            <a:off x="931" y="2"/>
            <a:ext cx="9142135" cy="976742"/>
          </a:xfrm>
          <a:prstGeom prst="rect">
            <a:avLst/>
          </a:prstGeom>
          <a:noFill/>
          <a:ln>
            <a:noFill/>
          </a:ln>
        </p:spPr>
      </p:pic>
      <p:sp>
        <p:nvSpPr>
          <p:cNvPr id="8" name="Google Shape;8;p1"/>
          <p:cNvSpPr txBox="1"/>
          <p:nvPr>
            <p:ph type="title"/>
          </p:nvPr>
        </p:nvSpPr>
        <p:spPr>
          <a:xfrm>
            <a:off x="641797" y="149789"/>
            <a:ext cx="7547700" cy="6117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rgbClr val="00482B"/>
              </a:buClr>
              <a:buSzPts val="2600"/>
              <a:buFont typeface="Arial"/>
              <a:buNone/>
              <a:defRPr b="0" i="0" sz="2600" u="none" cap="none" strike="noStrike">
                <a:solidFill>
                  <a:srgbClr val="00482B"/>
                </a:solidFill>
                <a:latin typeface="Arial"/>
                <a:ea typeface="Arial"/>
                <a:cs typeface="Arial"/>
                <a:sym typeface="Arial"/>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p:txBody>
      </p:sp>
      <p:sp>
        <p:nvSpPr>
          <p:cNvPr id="9" name="Google Shape;9;p1"/>
          <p:cNvSpPr txBox="1"/>
          <p:nvPr>
            <p:ph idx="1" type="body"/>
          </p:nvPr>
        </p:nvSpPr>
        <p:spPr>
          <a:xfrm>
            <a:off x="640374" y="1212929"/>
            <a:ext cx="7548900" cy="3263400"/>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120000"/>
              </a:lnSpc>
              <a:spcBef>
                <a:spcPts val="800"/>
              </a:spcBef>
              <a:spcAft>
                <a:spcPts val="0"/>
              </a:spcAft>
              <a:buClr>
                <a:srgbClr val="171616"/>
              </a:buClr>
              <a:buSzPts val="2100"/>
              <a:buFont typeface="Arial"/>
              <a:buChar char="•"/>
              <a:defRPr b="0" i="0" sz="2100" u="none" cap="none" strike="noStrike">
                <a:solidFill>
                  <a:srgbClr val="171616"/>
                </a:solidFill>
                <a:latin typeface="Arial"/>
                <a:ea typeface="Arial"/>
                <a:cs typeface="Arial"/>
                <a:sym typeface="Arial"/>
              </a:defRPr>
            </a:lvl1pPr>
            <a:lvl2pPr indent="-342900" lvl="1" marL="914400" marR="0" rtl="0" algn="l">
              <a:lnSpc>
                <a:spcPct val="120000"/>
              </a:lnSpc>
              <a:spcBef>
                <a:spcPts val="400"/>
              </a:spcBef>
              <a:spcAft>
                <a:spcPts val="0"/>
              </a:spcAft>
              <a:buClr>
                <a:srgbClr val="171616"/>
              </a:buClr>
              <a:buSzPts val="1800"/>
              <a:buFont typeface="Arial"/>
              <a:buChar char="•"/>
              <a:defRPr b="0" i="0" sz="1800" u="none" cap="none" strike="noStrike">
                <a:solidFill>
                  <a:srgbClr val="171616"/>
                </a:solidFill>
                <a:latin typeface="Arial"/>
                <a:ea typeface="Arial"/>
                <a:cs typeface="Arial"/>
                <a:sym typeface="Arial"/>
              </a:defRPr>
            </a:lvl2pPr>
            <a:lvl3pPr indent="-323850" lvl="2" marL="1371600" marR="0" rtl="0" algn="l">
              <a:lnSpc>
                <a:spcPct val="120000"/>
              </a:lnSpc>
              <a:spcBef>
                <a:spcPts val="400"/>
              </a:spcBef>
              <a:spcAft>
                <a:spcPts val="0"/>
              </a:spcAft>
              <a:buClr>
                <a:srgbClr val="171616"/>
              </a:buClr>
              <a:buSzPts val="1500"/>
              <a:buFont typeface="Arial"/>
              <a:buChar char="•"/>
              <a:defRPr b="0" i="0" sz="1500" u="none" cap="none" strike="noStrike">
                <a:solidFill>
                  <a:srgbClr val="171616"/>
                </a:solidFill>
                <a:latin typeface="Arial"/>
                <a:ea typeface="Arial"/>
                <a:cs typeface="Arial"/>
                <a:sym typeface="Arial"/>
              </a:defRPr>
            </a:lvl3pPr>
            <a:lvl4pPr indent="-317500" lvl="3" marL="1828800" marR="0" rtl="0" algn="l">
              <a:lnSpc>
                <a:spcPct val="120000"/>
              </a:lnSpc>
              <a:spcBef>
                <a:spcPts val="400"/>
              </a:spcBef>
              <a:spcAft>
                <a:spcPts val="0"/>
              </a:spcAft>
              <a:buClr>
                <a:srgbClr val="171616"/>
              </a:buClr>
              <a:buSzPts val="1400"/>
              <a:buFont typeface="Arial"/>
              <a:buChar char="•"/>
              <a:defRPr b="0" i="0" sz="1400" u="none" cap="none" strike="noStrike">
                <a:solidFill>
                  <a:srgbClr val="171616"/>
                </a:solidFill>
                <a:latin typeface="Arial"/>
                <a:ea typeface="Arial"/>
                <a:cs typeface="Arial"/>
                <a:sym typeface="Arial"/>
              </a:defRPr>
            </a:lvl4pPr>
            <a:lvl5pPr indent="-317500" lvl="4" marL="2286000" marR="0" rtl="0" algn="l">
              <a:lnSpc>
                <a:spcPct val="120000"/>
              </a:lnSpc>
              <a:spcBef>
                <a:spcPts val="400"/>
              </a:spcBef>
              <a:spcAft>
                <a:spcPts val="0"/>
              </a:spcAft>
              <a:buClr>
                <a:srgbClr val="171616"/>
              </a:buClr>
              <a:buSzPts val="1400"/>
              <a:buFont typeface="Arial"/>
              <a:buChar char="•"/>
              <a:defRPr b="0" i="0" sz="1400" u="none" cap="none" strike="noStrike">
                <a:solidFill>
                  <a:srgbClr val="171616"/>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0" name="Google Shape;10;p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A8B8D"/>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1" name="Google Shape;11;p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A8B8D"/>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2" name="Google Shape;12;p1"/>
          <p:cNvSpPr txBox="1"/>
          <p:nvPr>
            <p:ph idx="12" type="sldNum"/>
          </p:nvPr>
        </p:nvSpPr>
        <p:spPr>
          <a:xfrm>
            <a:off x="8254185" y="4819712"/>
            <a:ext cx="619800" cy="359700"/>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A8B8D"/>
                </a:solidFill>
                <a:latin typeface="Arial"/>
                <a:ea typeface="Arial"/>
                <a:cs typeface="Arial"/>
                <a:sym typeface="Arial"/>
              </a:defRPr>
            </a:lvl1pPr>
            <a:lvl2pPr indent="0" lvl="1" marL="0" marR="0" rtl="0" algn="r">
              <a:spcBef>
                <a:spcPts val="0"/>
              </a:spcBef>
              <a:buNone/>
              <a:defRPr b="0" i="0" sz="900" u="none" cap="none" strike="noStrike">
                <a:solidFill>
                  <a:srgbClr val="8A8B8D"/>
                </a:solidFill>
                <a:latin typeface="Arial"/>
                <a:ea typeface="Arial"/>
                <a:cs typeface="Arial"/>
                <a:sym typeface="Arial"/>
              </a:defRPr>
            </a:lvl2pPr>
            <a:lvl3pPr indent="0" lvl="2" marL="0" marR="0" rtl="0" algn="r">
              <a:spcBef>
                <a:spcPts val="0"/>
              </a:spcBef>
              <a:buNone/>
              <a:defRPr b="0" i="0" sz="900" u="none" cap="none" strike="noStrike">
                <a:solidFill>
                  <a:srgbClr val="8A8B8D"/>
                </a:solidFill>
                <a:latin typeface="Arial"/>
                <a:ea typeface="Arial"/>
                <a:cs typeface="Arial"/>
                <a:sym typeface="Arial"/>
              </a:defRPr>
            </a:lvl3pPr>
            <a:lvl4pPr indent="0" lvl="3" marL="0" marR="0" rtl="0" algn="r">
              <a:spcBef>
                <a:spcPts val="0"/>
              </a:spcBef>
              <a:buNone/>
              <a:defRPr b="0" i="0" sz="900" u="none" cap="none" strike="noStrike">
                <a:solidFill>
                  <a:srgbClr val="8A8B8D"/>
                </a:solidFill>
                <a:latin typeface="Arial"/>
                <a:ea typeface="Arial"/>
                <a:cs typeface="Arial"/>
                <a:sym typeface="Arial"/>
              </a:defRPr>
            </a:lvl4pPr>
            <a:lvl5pPr indent="0" lvl="4" marL="0" marR="0" rtl="0" algn="r">
              <a:spcBef>
                <a:spcPts val="0"/>
              </a:spcBef>
              <a:buNone/>
              <a:defRPr b="0" i="0" sz="900" u="none" cap="none" strike="noStrike">
                <a:solidFill>
                  <a:srgbClr val="8A8B8D"/>
                </a:solidFill>
                <a:latin typeface="Arial"/>
                <a:ea typeface="Arial"/>
                <a:cs typeface="Arial"/>
                <a:sym typeface="Arial"/>
              </a:defRPr>
            </a:lvl5pPr>
            <a:lvl6pPr indent="0" lvl="5" marL="0" marR="0" rtl="0" algn="r">
              <a:spcBef>
                <a:spcPts val="0"/>
              </a:spcBef>
              <a:buNone/>
              <a:defRPr b="0" i="0" sz="900" u="none" cap="none" strike="noStrike">
                <a:solidFill>
                  <a:srgbClr val="8A8B8D"/>
                </a:solidFill>
                <a:latin typeface="Arial"/>
                <a:ea typeface="Arial"/>
                <a:cs typeface="Arial"/>
                <a:sym typeface="Arial"/>
              </a:defRPr>
            </a:lvl6pPr>
            <a:lvl7pPr indent="0" lvl="6" marL="0" marR="0" rtl="0" algn="r">
              <a:spcBef>
                <a:spcPts val="0"/>
              </a:spcBef>
              <a:buNone/>
              <a:defRPr b="0" i="0" sz="900" u="none" cap="none" strike="noStrike">
                <a:solidFill>
                  <a:srgbClr val="8A8B8D"/>
                </a:solidFill>
                <a:latin typeface="Arial"/>
                <a:ea typeface="Arial"/>
                <a:cs typeface="Arial"/>
                <a:sym typeface="Arial"/>
              </a:defRPr>
            </a:lvl7pPr>
            <a:lvl8pPr indent="0" lvl="7" marL="0" marR="0" rtl="0" algn="r">
              <a:spcBef>
                <a:spcPts val="0"/>
              </a:spcBef>
              <a:buNone/>
              <a:defRPr b="0" i="0" sz="900" u="none" cap="none" strike="noStrike">
                <a:solidFill>
                  <a:srgbClr val="8A8B8D"/>
                </a:solidFill>
                <a:latin typeface="Arial"/>
                <a:ea typeface="Arial"/>
                <a:cs typeface="Arial"/>
                <a:sym typeface="Arial"/>
              </a:defRPr>
            </a:lvl8pPr>
            <a:lvl9pPr indent="0" lvl="8" marL="0" marR="0" rtl="0" algn="r">
              <a:spcBef>
                <a:spcPts val="0"/>
              </a:spcBef>
              <a:buNone/>
              <a:defRPr b="0" i="0" sz="900" u="none" cap="none" strike="noStrike">
                <a:solidFill>
                  <a:srgbClr val="8A8B8D"/>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ko"/>
              <a:t>‹#›</a:t>
            </a:fld>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9"/>
          <p:cNvSpPr txBox="1"/>
          <p:nvPr/>
        </p:nvSpPr>
        <p:spPr>
          <a:xfrm>
            <a:off x="562590" y="1735950"/>
            <a:ext cx="6958800" cy="18219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4000"/>
              <a:buFont typeface="Arial"/>
              <a:buNone/>
            </a:pPr>
            <a:r>
              <a:rPr b="1" lang="ko" sz="4000">
                <a:solidFill>
                  <a:srgbClr val="00462A"/>
                </a:solidFill>
                <a:highlight>
                  <a:srgbClr val="FFFFFF"/>
                </a:highlight>
                <a:latin typeface="IBM Plex Sans KR"/>
                <a:ea typeface="IBM Plex Sans KR"/>
                <a:cs typeface="IBM Plex Sans KR"/>
                <a:sym typeface="IBM Plex Sans KR"/>
              </a:rPr>
              <a:t>Weapon-LLM</a:t>
            </a:r>
            <a:endParaRPr b="1" sz="4000">
              <a:solidFill>
                <a:srgbClr val="00462A"/>
              </a:solidFill>
              <a:highlight>
                <a:srgbClr val="FFFFFF"/>
              </a:highlight>
              <a:latin typeface="IBM Plex Sans KR"/>
              <a:ea typeface="IBM Plex Sans KR"/>
              <a:cs typeface="IBM Plex Sans KR"/>
              <a:sym typeface="IBM Plex Sans KR"/>
            </a:endParaRPr>
          </a:p>
          <a:p>
            <a:pPr indent="0" lvl="0" marL="0" marR="0" rtl="0" algn="l">
              <a:lnSpc>
                <a:spcPct val="115000"/>
              </a:lnSpc>
              <a:spcBef>
                <a:spcPts val="1200"/>
              </a:spcBef>
              <a:spcAft>
                <a:spcPts val="1200"/>
              </a:spcAft>
              <a:buClr>
                <a:srgbClr val="000000"/>
              </a:buClr>
              <a:buSzPts val="4000"/>
              <a:buFont typeface="Arial"/>
              <a:buNone/>
            </a:pPr>
            <a:r>
              <a:rPr lang="ko" sz="2000">
                <a:solidFill>
                  <a:srgbClr val="00462A"/>
                </a:solidFill>
                <a:highlight>
                  <a:srgbClr val="FFFFFF"/>
                </a:highlight>
                <a:latin typeface="IBM Plex Sans KR"/>
                <a:ea typeface="IBM Plex Sans KR"/>
                <a:cs typeface="IBM Plex Sans KR"/>
                <a:sym typeface="IBM Plex Sans KR"/>
              </a:rPr>
              <a:t>홍세연</a:t>
            </a:r>
            <a:endParaRPr sz="2000">
              <a:solidFill>
                <a:srgbClr val="00462A"/>
              </a:solidFill>
              <a:highlight>
                <a:srgbClr val="FFFFFF"/>
              </a:highlight>
              <a:latin typeface="IBM Plex Sans KR"/>
              <a:ea typeface="IBM Plex Sans KR"/>
              <a:cs typeface="IBM Plex Sans KR"/>
              <a:sym typeface="IBM Plex Sans K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0"/>
          <p:cNvSpPr txBox="1"/>
          <p:nvPr>
            <p:ph type="title"/>
          </p:nvPr>
        </p:nvSpPr>
        <p:spPr>
          <a:xfrm>
            <a:off x="641797" y="149789"/>
            <a:ext cx="7547700" cy="6117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b="1" lang="ko"/>
              <a:t>Background</a:t>
            </a:r>
            <a:endParaRPr b="1"/>
          </a:p>
        </p:txBody>
      </p:sp>
      <p:sp>
        <p:nvSpPr>
          <p:cNvPr id="57" name="Google Shape;57;p10"/>
          <p:cNvSpPr txBox="1"/>
          <p:nvPr>
            <p:ph idx="1" type="body"/>
          </p:nvPr>
        </p:nvSpPr>
        <p:spPr>
          <a:xfrm>
            <a:off x="640375" y="1212925"/>
            <a:ext cx="7929600" cy="2816100"/>
          </a:xfrm>
          <a:prstGeom prst="rect">
            <a:avLst/>
          </a:prstGeom>
        </p:spPr>
        <p:txBody>
          <a:bodyPr anchorCtr="0" anchor="t" bIns="34275" lIns="68575" spcFirstLastPara="1" rIns="68575" wrap="square" tIns="34275">
            <a:normAutofit/>
          </a:bodyPr>
          <a:lstStyle/>
          <a:p>
            <a:pPr indent="-342900" lvl="0" marL="457200" rtl="0" algn="l">
              <a:spcBef>
                <a:spcPts val="800"/>
              </a:spcBef>
              <a:spcAft>
                <a:spcPts val="0"/>
              </a:spcAft>
              <a:buSzPts val="1800"/>
              <a:buChar char="•"/>
            </a:pPr>
            <a:r>
              <a:rPr lang="ko" sz="1800"/>
              <a:t>VirusTotal reports</a:t>
            </a:r>
            <a:r>
              <a:rPr lang="ko" sz="1800"/>
              <a:t> </a:t>
            </a:r>
            <a:r>
              <a:rPr lang="ko" sz="1800"/>
              <a:t>processing</a:t>
            </a:r>
            <a:r>
              <a:rPr lang="ko" sz="1800"/>
              <a:t> approximately 1.8million samples every day. [1]</a:t>
            </a:r>
            <a:endParaRPr sz="1800"/>
          </a:p>
          <a:p>
            <a:pPr indent="-342900" lvl="0" marL="457200" rtl="0" algn="l">
              <a:spcBef>
                <a:spcPts val="0"/>
              </a:spcBef>
              <a:spcAft>
                <a:spcPts val="0"/>
              </a:spcAft>
              <a:buSzPts val="1800"/>
              <a:buChar char="•"/>
            </a:pPr>
            <a:r>
              <a:rPr lang="ko" sz="1800"/>
              <a:t>To remain effective in such environments,</a:t>
            </a:r>
            <a:r>
              <a:rPr b="1" lang="ko" sz="1800"/>
              <a:t> malware detection systems must resilient against adversarial manipulation.</a:t>
            </a:r>
            <a:endParaRPr b="1" sz="1800"/>
          </a:p>
          <a:p>
            <a:pPr indent="-342900" lvl="0" marL="457200" rtl="0" algn="l">
              <a:spcBef>
                <a:spcPts val="0"/>
              </a:spcBef>
              <a:spcAft>
                <a:spcPts val="0"/>
              </a:spcAft>
              <a:buSzPts val="1800"/>
              <a:buChar char="•"/>
            </a:pPr>
            <a:r>
              <a:rPr lang="ko" sz="1800"/>
              <a:t>With assistance of </a:t>
            </a:r>
            <a:r>
              <a:rPr b="1" lang="ko" sz="1800"/>
              <a:t>LLM</a:t>
            </a:r>
            <a:r>
              <a:rPr lang="ko" sz="1800"/>
              <a:t>, we could generate </a:t>
            </a:r>
            <a:r>
              <a:rPr b="1" lang="ko" sz="1800"/>
              <a:t>unseen variants of malware </a:t>
            </a:r>
            <a:r>
              <a:rPr lang="ko" sz="1800"/>
              <a:t>to train malware detection to make it robust. </a:t>
            </a:r>
            <a:endParaRPr sz="1800"/>
          </a:p>
        </p:txBody>
      </p:sp>
      <p:sp>
        <p:nvSpPr>
          <p:cNvPr id="58" name="Google Shape;58;p10"/>
          <p:cNvSpPr txBox="1"/>
          <p:nvPr/>
        </p:nvSpPr>
        <p:spPr>
          <a:xfrm>
            <a:off x="320950" y="4394375"/>
            <a:ext cx="81894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ko" sz="1100"/>
              <a:t>[1] VirusTotal. VirusTotal : Analyse suspicious files, domains, IP s and U</a:t>
            </a:r>
            <a:r>
              <a:rPr lang="ko" sz="1100"/>
              <a:t>R</a:t>
            </a:r>
            <a:r>
              <a:rPr lang="ko" sz="1100"/>
              <a:t>Ls to detect malware and other breaches, automatically share them with the security community., 2025.</a:t>
            </a: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1"/>
          <p:cNvSpPr txBox="1"/>
          <p:nvPr>
            <p:ph type="title"/>
          </p:nvPr>
        </p:nvSpPr>
        <p:spPr>
          <a:xfrm>
            <a:off x="641797" y="149789"/>
            <a:ext cx="7547700" cy="6117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b="1" lang="ko"/>
              <a:t>M</a:t>
            </a:r>
            <a:r>
              <a:rPr b="1" lang="ko"/>
              <a:t>anipulation in code level</a:t>
            </a:r>
            <a:endParaRPr b="1"/>
          </a:p>
        </p:txBody>
      </p:sp>
      <p:sp>
        <p:nvSpPr>
          <p:cNvPr id="64" name="Google Shape;64;p11"/>
          <p:cNvSpPr txBox="1"/>
          <p:nvPr>
            <p:ph idx="1" type="body"/>
          </p:nvPr>
        </p:nvSpPr>
        <p:spPr>
          <a:xfrm>
            <a:off x="641200" y="1189951"/>
            <a:ext cx="7548900" cy="27636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ko" sz="1700"/>
              <a:t>악성 코드 데이터로 </a:t>
            </a:r>
            <a:r>
              <a:rPr lang="ko" sz="1700"/>
              <a:t>LLM </a:t>
            </a:r>
            <a:r>
              <a:rPr lang="ko" sz="1700"/>
              <a:t>을 </a:t>
            </a:r>
            <a:r>
              <a:rPr b="1" lang="ko" sz="1700"/>
              <a:t>fine-tuning</a:t>
            </a:r>
            <a:r>
              <a:rPr lang="ko" sz="1700"/>
              <a:t> </a:t>
            </a:r>
            <a:r>
              <a:rPr lang="ko" sz="1700"/>
              <a:t>시켜 LLM 이 </a:t>
            </a:r>
            <a:r>
              <a:rPr b="1" lang="ko" sz="1700"/>
              <a:t>더</a:t>
            </a:r>
            <a:r>
              <a:rPr lang="ko" sz="1700"/>
              <a:t> </a:t>
            </a:r>
            <a:r>
              <a:rPr b="1" lang="ko" sz="1700"/>
              <a:t>다양한 멀웨어</a:t>
            </a:r>
            <a:r>
              <a:rPr lang="ko" sz="1700"/>
              <a:t>를 생성하게 한다. 이때, 생성한 코드는 반드시</a:t>
            </a:r>
            <a:r>
              <a:rPr b="1" lang="ko" sz="1700"/>
              <a:t> evasive &amp; executable</a:t>
            </a:r>
            <a:r>
              <a:rPr lang="ko" sz="1700"/>
              <a:t> 해야 한다. </a:t>
            </a:r>
            <a:endParaRPr sz="1700"/>
          </a:p>
          <a:p>
            <a:pPr indent="0" lvl="0" marL="0" rtl="0" algn="l">
              <a:spcBef>
                <a:spcPts val="800"/>
              </a:spcBef>
              <a:spcAft>
                <a:spcPts val="0"/>
              </a:spcAft>
              <a:buNone/>
            </a:pPr>
            <a:r>
              <a:t/>
            </a:r>
            <a:endParaRPr sz="1700"/>
          </a:p>
          <a:p>
            <a:pPr indent="0" lvl="0" marL="0" rtl="0" algn="l">
              <a:spcBef>
                <a:spcPts val="800"/>
              </a:spcBef>
              <a:spcAft>
                <a:spcPts val="0"/>
              </a:spcAft>
              <a:buNone/>
            </a:pPr>
            <a:r>
              <a:rPr b="1" lang="ko" sz="1700"/>
              <a:t>Challenges: </a:t>
            </a:r>
            <a:endParaRPr b="1" sz="1700"/>
          </a:p>
          <a:p>
            <a:pPr indent="0" lvl="0" marL="0" rtl="0" algn="l">
              <a:spcBef>
                <a:spcPts val="800"/>
              </a:spcBef>
              <a:spcAft>
                <a:spcPts val="0"/>
              </a:spcAft>
              <a:buNone/>
            </a:pPr>
            <a:r>
              <a:rPr lang="ko" sz="1700"/>
              <a:t>Fine-tuning 할 만큼의 데이터가 없음. </a:t>
            </a:r>
            <a:endParaRPr sz="1700"/>
          </a:p>
          <a:p>
            <a:pPr indent="0" lvl="0" marL="0" rtl="0" algn="l">
              <a:spcBef>
                <a:spcPts val="800"/>
              </a:spcBef>
              <a:spcAft>
                <a:spcPts val="0"/>
              </a:spcAft>
              <a:buNone/>
            </a:pPr>
            <a:r>
              <a:rPr lang="ko" sz="1700"/>
              <a:t>publicly available 한 악성 코드 데이터가 존재하지 않음. (.exe 형태로는 존재)</a:t>
            </a:r>
            <a:endParaRPr sz="1700"/>
          </a:p>
          <a:p>
            <a:pPr indent="0" lvl="0" marL="0" rtl="0" algn="l">
              <a:spcBef>
                <a:spcPts val="800"/>
              </a:spcBef>
              <a:spcAft>
                <a:spcPts val="0"/>
              </a:spcAft>
              <a:buNone/>
            </a:pPr>
            <a:r>
              <a:rPr lang="ko" sz="1700"/>
              <a:t>VX-Underground 에서 적은 양의 소스 코드 갯수가 접근 가능했는데, 빌드가 불가능. </a:t>
            </a:r>
            <a:endParaRPr sz="17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2"/>
          <p:cNvSpPr txBox="1"/>
          <p:nvPr>
            <p:ph type="title"/>
          </p:nvPr>
        </p:nvSpPr>
        <p:spPr>
          <a:xfrm>
            <a:off x="641797" y="149789"/>
            <a:ext cx="7547700" cy="6117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b="1" lang="ko"/>
              <a:t>Manipulation in PE level</a:t>
            </a:r>
            <a:endParaRPr b="1"/>
          </a:p>
        </p:txBody>
      </p:sp>
      <p:sp>
        <p:nvSpPr>
          <p:cNvPr id="70" name="Google Shape;70;p12"/>
          <p:cNvSpPr txBox="1"/>
          <p:nvPr>
            <p:ph idx="1" type="body"/>
          </p:nvPr>
        </p:nvSpPr>
        <p:spPr>
          <a:xfrm>
            <a:off x="641200" y="1189950"/>
            <a:ext cx="8042400" cy="27636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ko" sz="1700"/>
              <a:t>코드 레벨이 아닌, </a:t>
            </a:r>
            <a:r>
              <a:rPr b="1" lang="ko" sz="1700"/>
              <a:t>PE 파일 자체에 perturbation </a:t>
            </a:r>
            <a:r>
              <a:rPr lang="ko" sz="1700"/>
              <a:t>을 더해서 디텍션을</a:t>
            </a:r>
            <a:r>
              <a:rPr b="1" lang="ko" sz="1700"/>
              <a:t> evasion</a:t>
            </a:r>
            <a:r>
              <a:rPr lang="ko" sz="1700"/>
              <a:t> 한다</a:t>
            </a:r>
            <a:endParaRPr sz="1700"/>
          </a:p>
          <a:p>
            <a:pPr indent="0" lvl="0" marL="0" rtl="0" algn="l">
              <a:spcBef>
                <a:spcPts val="800"/>
              </a:spcBef>
              <a:spcAft>
                <a:spcPts val="0"/>
              </a:spcAft>
              <a:buNone/>
            </a:pPr>
            <a:r>
              <a:t/>
            </a:r>
            <a:endParaRPr sz="1700"/>
          </a:p>
          <a:p>
            <a:pPr indent="0" lvl="0" marL="0" rtl="0" algn="l">
              <a:spcBef>
                <a:spcPts val="800"/>
              </a:spcBef>
              <a:spcAft>
                <a:spcPts val="0"/>
              </a:spcAft>
              <a:buNone/>
            </a:pPr>
            <a:r>
              <a:rPr lang="ko" sz="1700"/>
              <a:t>PE 파일에 .reloc 섹션에 dummy data 를 추가한 후, probability score 가 감소하였음. </a:t>
            </a:r>
            <a:endParaRPr sz="1700"/>
          </a:p>
          <a:p>
            <a:pPr indent="0" lvl="0" marL="0" rtl="0" algn="l">
              <a:spcBef>
                <a:spcPts val="800"/>
              </a:spcBef>
              <a:spcAft>
                <a:spcPts val="0"/>
              </a:spcAft>
              <a:buNone/>
            </a:pPr>
            <a:r>
              <a:rPr lang="ko" sz="1700"/>
              <a:t>0.980822 → 0.020476, Benign</a:t>
            </a:r>
            <a:endParaRPr sz="1700"/>
          </a:p>
        </p:txBody>
      </p:sp>
      <p:pic>
        <p:nvPicPr>
          <p:cNvPr id="71" name="Google Shape;71;p12" title="Screenshot 2025-11-20 at 5.29.10 AM.png"/>
          <p:cNvPicPr preferRelativeResize="0"/>
          <p:nvPr/>
        </p:nvPicPr>
        <p:blipFill>
          <a:blip r:embed="rId3">
            <a:alphaModFix/>
          </a:blip>
          <a:stretch>
            <a:fillRect/>
          </a:stretch>
        </p:blipFill>
        <p:spPr>
          <a:xfrm>
            <a:off x="701638" y="3272450"/>
            <a:ext cx="5476875" cy="13525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3"/>
          <p:cNvSpPr txBox="1"/>
          <p:nvPr>
            <p:ph type="title"/>
          </p:nvPr>
        </p:nvSpPr>
        <p:spPr>
          <a:xfrm>
            <a:off x="641797" y="149789"/>
            <a:ext cx="7547700" cy="6117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b="1" lang="ko"/>
              <a:t>Related works - Adversarial Malware</a:t>
            </a:r>
            <a:endParaRPr b="1"/>
          </a:p>
        </p:txBody>
      </p:sp>
      <p:sp>
        <p:nvSpPr>
          <p:cNvPr id="77" name="Google Shape;77;p13"/>
          <p:cNvSpPr txBox="1"/>
          <p:nvPr>
            <p:ph idx="1" type="body"/>
          </p:nvPr>
        </p:nvSpPr>
        <p:spPr>
          <a:xfrm>
            <a:off x="641199" y="1111204"/>
            <a:ext cx="7548900" cy="3263400"/>
          </a:xfrm>
          <a:prstGeom prst="rect">
            <a:avLst/>
          </a:prstGeom>
        </p:spPr>
        <p:txBody>
          <a:bodyPr anchorCtr="0" anchor="t" bIns="34275" lIns="68575" spcFirstLastPara="1" rIns="68575" wrap="square" tIns="34275">
            <a:normAutofit/>
          </a:bodyPr>
          <a:lstStyle/>
          <a:p>
            <a:pPr indent="0" lvl="0" marL="0" rtl="0" algn="l">
              <a:lnSpc>
                <a:spcPct val="115000"/>
              </a:lnSpc>
              <a:spcBef>
                <a:spcPts val="0"/>
              </a:spcBef>
              <a:spcAft>
                <a:spcPts val="0"/>
              </a:spcAft>
              <a:buNone/>
            </a:pPr>
            <a:r>
              <a:rPr b="1" lang="ko" sz="2000">
                <a:solidFill>
                  <a:srgbClr val="000000"/>
                </a:solidFill>
              </a:rPr>
              <a:t>Mab-Malware</a:t>
            </a:r>
            <a:endParaRPr sz="1800">
              <a:solidFill>
                <a:srgbClr val="000000"/>
              </a:solidFill>
            </a:endParaRPr>
          </a:p>
          <a:p>
            <a:pPr indent="-330200" lvl="1" marL="914400" rtl="0" algn="l">
              <a:lnSpc>
                <a:spcPct val="115000"/>
              </a:lnSpc>
              <a:spcBef>
                <a:spcPts val="0"/>
              </a:spcBef>
              <a:spcAft>
                <a:spcPts val="0"/>
              </a:spcAft>
              <a:buClr>
                <a:srgbClr val="0E101A"/>
              </a:buClr>
              <a:buSzPts val="1600"/>
              <a:buChar char="○"/>
            </a:pPr>
            <a:r>
              <a:rPr lang="ko" sz="1600">
                <a:solidFill>
                  <a:srgbClr val="000000"/>
                </a:solidFill>
              </a:rPr>
              <a:t>Mab-Malware uses the Reinforcement Learning and a set of actions to use. They define the Macro-action and Micro-actions, which has different range of the changes in the PE file.</a:t>
            </a:r>
            <a:endParaRPr sz="2100"/>
          </a:p>
        </p:txBody>
      </p:sp>
      <p:pic>
        <p:nvPicPr>
          <p:cNvPr id="78" name="Google Shape;78;p13"/>
          <p:cNvPicPr preferRelativeResize="0"/>
          <p:nvPr/>
        </p:nvPicPr>
        <p:blipFill>
          <a:blip r:embed="rId3">
            <a:alphaModFix/>
          </a:blip>
          <a:stretch>
            <a:fillRect/>
          </a:stretch>
        </p:blipFill>
        <p:spPr>
          <a:xfrm>
            <a:off x="1769175" y="2396050"/>
            <a:ext cx="5494151" cy="2054050"/>
          </a:xfrm>
          <a:prstGeom prst="rect">
            <a:avLst/>
          </a:prstGeom>
          <a:noFill/>
          <a:ln>
            <a:noFill/>
          </a:ln>
        </p:spPr>
      </p:pic>
      <p:sp>
        <p:nvSpPr>
          <p:cNvPr id="79" name="Google Shape;79;p13"/>
          <p:cNvSpPr txBox="1"/>
          <p:nvPr/>
        </p:nvSpPr>
        <p:spPr>
          <a:xfrm>
            <a:off x="138725" y="4504075"/>
            <a:ext cx="7989900" cy="51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ko" sz="1000"/>
              <a:t>[2] Wei Song et al. M AB- M alware : A reinforcement learning framewor k for blac k -box generation of adversarial malware. I n P roceedings of the A CM on Asia Conference on Computer and Communications Security ( Asia CCS) , 20 22.</a:t>
            </a:r>
            <a:endParaRPr sz="1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4"/>
          <p:cNvSpPr txBox="1"/>
          <p:nvPr>
            <p:ph type="title"/>
          </p:nvPr>
        </p:nvSpPr>
        <p:spPr>
          <a:xfrm>
            <a:off x="641797" y="149789"/>
            <a:ext cx="7547700" cy="6117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b="1" lang="ko"/>
              <a:t>Attack Strategy for PE mutation</a:t>
            </a:r>
            <a:endParaRPr b="1"/>
          </a:p>
        </p:txBody>
      </p:sp>
      <p:sp>
        <p:nvSpPr>
          <p:cNvPr id="85" name="Google Shape;85;p14"/>
          <p:cNvSpPr txBox="1"/>
          <p:nvPr>
            <p:ph idx="1" type="body"/>
          </p:nvPr>
        </p:nvSpPr>
        <p:spPr>
          <a:xfrm>
            <a:off x="640375" y="1212925"/>
            <a:ext cx="82002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ko" sz="1800"/>
              <a:t>어택 타겟인 EMBER 는 트리 기반의 모델, </a:t>
            </a:r>
            <a:endParaRPr sz="1800"/>
          </a:p>
          <a:p>
            <a:pPr indent="0" lvl="0" marL="0" rtl="0" algn="l">
              <a:spcBef>
                <a:spcPts val="800"/>
              </a:spcBef>
              <a:spcAft>
                <a:spcPts val="0"/>
              </a:spcAft>
              <a:buNone/>
            </a:pPr>
            <a:r>
              <a:rPr lang="ko" sz="1800"/>
              <a:t>모델의 내부에 접근 가능해도 </a:t>
            </a:r>
            <a:r>
              <a:rPr b="1" lang="ko" sz="1800"/>
              <a:t>어떤 조건이 adversarial  한 지 알 수 없음.</a:t>
            </a:r>
            <a:r>
              <a:rPr lang="ko" sz="1800"/>
              <a:t> </a:t>
            </a:r>
            <a:endParaRPr sz="1800"/>
          </a:p>
          <a:p>
            <a:pPr indent="0" lvl="0" marL="0" rtl="0" algn="l">
              <a:spcBef>
                <a:spcPts val="800"/>
              </a:spcBef>
              <a:spcAft>
                <a:spcPts val="0"/>
              </a:spcAft>
              <a:buNone/>
            </a:pPr>
            <a:r>
              <a:t/>
            </a:r>
            <a:endParaRPr sz="1800"/>
          </a:p>
          <a:p>
            <a:pPr indent="0" lvl="0" marL="0" rtl="0" algn="l">
              <a:spcBef>
                <a:spcPts val="800"/>
              </a:spcBef>
              <a:spcAft>
                <a:spcPts val="0"/>
              </a:spcAft>
              <a:buNone/>
            </a:pPr>
            <a:r>
              <a:rPr lang="ko" sz="1800"/>
              <a:t>RL 프레임워크 또한 explicit evasive behaviour 를 보장하지 않음. </a:t>
            </a:r>
            <a:endParaRPr sz="1800"/>
          </a:p>
          <a:p>
            <a:pPr indent="0" lvl="0" marL="0" rtl="0" algn="l">
              <a:spcBef>
                <a:spcPts val="800"/>
              </a:spcBef>
              <a:spcAft>
                <a:spcPts val="0"/>
              </a:spcAft>
              <a:buNone/>
            </a:pPr>
            <a:r>
              <a:t/>
            </a:r>
            <a:endParaRPr sz="1800"/>
          </a:p>
          <a:p>
            <a:pPr indent="0" lvl="0" marL="0" rtl="0" algn="l">
              <a:spcBef>
                <a:spcPts val="800"/>
              </a:spcBef>
              <a:spcAft>
                <a:spcPts val="0"/>
              </a:spcAft>
              <a:buNone/>
            </a:pPr>
            <a:r>
              <a:rPr lang="ko" sz="1800"/>
              <a:t>-&gt; 어떤 Feature 조건이 왜 evasion 가능한 지 설명할 수 있는 전략</a:t>
            </a:r>
            <a:endParaRPr sz="1800"/>
          </a:p>
        </p:txBody>
      </p:sp>
      <p:pic>
        <p:nvPicPr>
          <p:cNvPr id="86" name="Google Shape;86;p14" title="Screenshot 2025-07-17 at 1.52.36 PM.png"/>
          <p:cNvPicPr preferRelativeResize="0"/>
          <p:nvPr/>
        </p:nvPicPr>
        <p:blipFill>
          <a:blip r:embed="rId3">
            <a:alphaModFix/>
          </a:blip>
          <a:stretch>
            <a:fillRect/>
          </a:stretch>
        </p:blipFill>
        <p:spPr>
          <a:xfrm>
            <a:off x="7006250" y="2738200"/>
            <a:ext cx="1531975" cy="18478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5"/>
          <p:cNvSpPr txBox="1"/>
          <p:nvPr>
            <p:ph type="title"/>
          </p:nvPr>
        </p:nvSpPr>
        <p:spPr>
          <a:xfrm>
            <a:off x="641797" y="149789"/>
            <a:ext cx="7547700" cy="611700"/>
          </a:xfrm>
          <a:prstGeom prst="rect">
            <a:avLst/>
          </a:prstGeom>
        </p:spPr>
        <p:txBody>
          <a:bodyPr anchorCtr="0" anchor="ctr" bIns="34275" lIns="68575" spcFirstLastPara="1" rIns="68575" wrap="square" tIns="34275">
            <a:normAutofit fontScale="90000"/>
          </a:bodyPr>
          <a:lstStyle/>
          <a:p>
            <a:pPr indent="0" lvl="0" marL="0" rtl="0" algn="l">
              <a:spcBef>
                <a:spcPts val="0"/>
              </a:spcBef>
              <a:spcAft>
                <a:spcPts val="0"/>
              </a:spcAft>
              <a:buNone/>
            </a:pPr>
            <a:r>
              <a:rPr b="1" lang="ko"/>
              <a:t>Preliminary - Shapley Additive Explanations (SHAP) </a:t>
            </a:r>
            <a:endParaRPr b="1"/>
          </a:p>
        </p:txBody>
      </p:sp>
      <p:pic>
        <p:nvPicPr>
          <p:cNvPr id="92" name="Google Shape;92;p15" title="Screenshot 2025-08-06 at 2.07.24 PM.png"/>
          <p:cNvPicPr preferRelativeResize="0"/>
          <p:nvPr/>
        </p:nvPicPr>
        <p:blipFill>
          <a:blip r:embed="rId3">
            <a:alphaModFix/>
          </a:blip>
          <a:stretch>
            <a:fillRect/>
          </a:stretch>
        </p:blipFill>
        <p:spPr>
          <a:xfrm>
            <a:off x="5456050" y="2733650"/>
            <a:ext cx="3272774" cy="2178675"/>
          </a:xfrm>
          <a:prstGeom prst="rect">
            <a:avLst/>
          </a:prstGeom>
          <a:noFill/>
          <a:ln cap="flat" cmpd="sng" w="9525">
            <a:solidFill>
              <a:schemeClr val="lt1"/>
            </a:solidFill>
            <a:prstDash val="solid"/>
            <a:round/>
            <a:headEnd len="sm" w="sm" type="none"/>
            <a:tailEnd len="sm" w="sm" type="none"/>
          </a:ln>
        </p:spPr>
      </p:pic>
      <p:sp>
        <p:nvSpPr>
          <p:cNvPr id="93" name="Google Shape;93;p15"/>
          <p:cNvSpPr txBox="1"/>
          <p:nvPr/>
        </p:nvSpPr>
        <p:spPr>
          <a:xfrm>
            <a:off x="503825" y="1130825"/>
            <a:ext cx="6949800" cy="1695300"/>
          </a:xfrm>
          <a:prstGeom prst="rect">
            <a:avLst/>
          </a:prstGeom>
          <a:noFill/>
          <a:ln>
            <a:noFill/>
          </a:ln>
        </p:spPr>
        <p:txBody>
          <a:bodyPr anchorCtr="0" anchor="t" bIns="91425" lIns="91425" spcFirstLastPara="1" rIns="91425" wrap="square" tIns="91425">
            <a:spAutoFit/>
          </a:bodyPr>
          <a:lstStyle/>
          <a:p>
            <a:pPr indent="-336550" lvl="0" marL="457200" rtl="0" algn="l">
              <a:lnSpc>
                <a:spcPct val="120000"/>
              </a:lnSpc>
              <a:spcBef>
                <a:spcPts val="800"/>
              </a:spcBef>
              <a:spcAft>
                <a:spcPts val="0"/>
              </a:spcAft>
              <a:buClr>
                <a:srgbClr val="171616"/>
              </a:buClr>
              <a:buSzPts val="1700"/>
              <a:buChar char="•"/>
            </a:pPr>
            <a:r>
              <a:rPr b="1" lang="ko" sz="1700">
                <a:solidFill>
                  <a:srgbClr val="171616"/>
                </a:solidFill>
              </a:rPr>
              <a:t>SHAP</a:t>
            </a:r>
            <a:endParaRPr b="1" sz="1700">
              <a:solidFill>
                <a:srgbClr val="171616"/>
              </a:solidFill>
            </a:endParaRPr>
          </a:p>
          <a:p>
            <a:pPr indent="0" lvl="0" marL="457200" rtl="0" algn="l">
              <a:lnSpc>
                <a:spcPct val="120000"/>
              </a:lnSpc>
              <a:spcBef>
                <a:spcPts val="800"/>
              </a:spcBef>
              <a:spcAft>
                <a:spcPts val="0"/>
              </a:spcAft>
              <a:buNone/>
            </a:pPr>
            <a:r>
              <a:rPr lang="ko">
                <a:solidFill>
                  <a:srgbClr val="1F2328"/>
                </a:solidFill>
              </a:rPr>
              <a:t>SHAP (SHapley Additive exPlanations)</a:t>
            </a:r>
            <a:r>
              <a:rPr lang="ko">
                <a:solidFill>
                  <a:srgbClr val="1F2328"/>
                </a:solidFill>
                <a:highlight>
                  <a:schemeClr val="lt1"/>
                </a:highlight>
              </a:rPr>
              <a:t> is a game theoretic approach to explain the output of any machine learning model</a:t>
            </a:r>
            <a:endParaRPr b="1" sz="1900">
              <a:solidFill>
                <a:srgbClr val="171616"/>
              </a:solidFill>
            </a:endParaRPr>
          </a:p>
          <a:p>
            <a:pPr indent="0" lvl="0" marL="457200" rtl="0" algn="l">
              <a:lnSpc>
                <a:spcPct val="120000"/>
              </a:lnSpc>
              <a:spcBef>
                <a:spcPts val="800"/>
              </a:spcBef>
              <a:spcAft>
                <a:spcPts val="0"/>
              </a:spcAft>
              <a:buNone/>
            </a:pPr>
            <a:r>
              <a:rPr lang="ko">
                <a:solidFill>
                  <a:srgbClr val="171616"/>
                </a:solidFill>
              </a:rPr>
              <a:t>With the help of SAHP module, it is possible to select which features and values to modify, along with the explanation of their contribution</a:t>
            </a:r>
            <a:endParaRPr/>
          </a:p>
        </p:txBody>
      </p:sp>
      <p:sp>
        <p:nvSpPr>
          <p:cNvPr id="94" name="Google Shape;94;p15"/>
          <p:cNvSpPr txBox="1"/>
          <p:nvPr/>
        </p:nvSpPr>
        <p:spPr>
          <a:xfrm>
            <a:off x="305150" y="4363625"/>
            <a:ext cx="50862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ko" sz="1100"/>
              <a:t>Scott M . Lundberg et al. From local explanations to global understanding with explainable A I for trees. Nature </a:t>
            </a:r>
            <a:r>
              <a:rPr lang="ko" sz="1100"/>
              <a:t>Machine</a:t>
            </a:r>
            <a:r>
              <a:rPr lang="ko" sz="1100"/>
              <a:t> </a:t>
            </a:r>
            <a:r>
              <a:rPr lang="ko" sz="1100"/>
              <a:t>Intelligence</a:t>
            </a:r>
            <a:r>
              <a:rPr lang="ko" sz="1100"/>
              <a:t>, 2020</a:t>
            </a:r>
            <a:endParaRPr sz="1100"/>
          </a:p>
        </p:txBody>
      </p:sp>
      <p:sp>
        <p:nvSpPr>
          <p:cNvPr id="95" name="Google Shape;95;p15"/>
          <p:cNvSpPr txBox="1"/>
          <p:nvPr/>
        </p:nvSpPr>
        <p:spPr>
          <a:xfrm>
            <a:off x="367100" y="3840425"/>
            <a:ext cx="4792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 sz="1100"/>
              <a:t>Severi, G., Meyer, J., Coull, S., &amp; Oprea, A. (n.d.). </a:t>
            </a:r>
            <a:r>
              <a:rPr i="1" lang="ko" sz="1100"/>
              <a:t>Explanation-Guided Backdoor Poisoning Attacks Against Malware Classifiers</a:t>
            </a:r>
            <a:r>
              <a:rPr lang="ko" sz="1100"/>
              <a:t>.</a:t>
            </a: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6"/>
          <p:cNvSpPr txBox="1"/>
          <p:nvPr>
            <p:ph type="title"/>
          </p:nvPr>
        </p:nvSpPr>
        <p:spPr>
          <a:xfrm>
            <a:off x="641797" y="149789"/>
            <a:ext cx="7547700" cy="6117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b="1" lang="ko"/>
              <a:t>LLM Guided Feature-to-Executable</a:t>
            </a:r>
            <a:endParaRPr b="1"/>
          </a:p>
        </p:txBody>
      </p:sp>
      <p:pic>
        <p:nvPicPr>
          <p:cNvPr id="101" name="Google Shape;101;p16" title="Screenshot 2025-09-17 at 2.30.15 AM.png"/>
          <p:cNvPicPr preferRelativeResize="0"/>
          <p:nvPr/>
        </p:nvPicPr>
        <p:blipFill>
          <a:blip r:embed="rId3">
            <a:alphaModFix/>
          </a:blip>
          <a:stretch>
            <a:fillRect/>
          </a:stretch>
        </p:blipFill>
        <p:spPr>
          <a:xfrm>
            <a:off x="1591488" y="1898550"/>
            <a:ext cx="5648325" cy="2743200"/>
          </a:xfrm>
          <a:prstGeom prst="rect">
            <a:avLst/>
          </a:prstGeom>
          <a:noFill/>
          <a:ln>
            <a:noFill/>
          </a:ln>
        </p:spPr>
      </p:pic>
      <p:sp>
        <p:nvSpPr>
          <p:cNvPr id="102" name="Google Shape;102;p16"/>
          <p:cNvSpPr txBox="1"/>
          <p:nvPr/>
        </p:nvSpPr>
        <p:spPr>
          <a:xfrm>
            <a:off x="536375" y="1100850"/>
            <a:ext cx="8331900" cy="6771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ko" sz="1600"/>
              <a:t>Generating adversarial features with Shapley Additive Explanations (SHAP) </a:t>
            </a:r>
            <a:endParaRPr sz="1600"/>
          </a:p>
          <a:p>
            <a:pPr indent="-330200" lvl="0" marL="457200" rtl="0" algn="l">
              <a:spcBef>
                <a:spcPts val="0"/>
              </a:spcBef>
              <a:spcAft>
                <a:spcPts val="0"/>
              </a:spcAft>
              <a:buSzPts val="1600"/>
              <a:buChar char="●"/>
            </a:pPr>
            <a:r>
              <a:rPr lang="ko" sz="1600"/>
              <a:t>Feature-to-Executable Generation with Prompt</a:t>
            </a:r>
            <a:endParaRPr sz="16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7"/>
          <p:cNvSpPr txBox="1"/>
          <p:nvPr>
            <p:ph type="title"/>
          </p:nvPr>
        </p:nvSpPr>
        <p:spPr>
          <a:xfrm>
            <a:off x="641797" y="149789"/>
            <a:ext cx="7547700" cy="611700"/>
          </a:xfrm>
          <a:prstGeom prst="rect">
            <a:avLst/>
          </a:prstGeom>
        </p:spPr>
        <p:txBody>
          <a:bodyPr anchorCtr="0" anchor="ctr" bIns="34275" lIns="68575" spcFirstLastPara="1" rIns="68575" wrap="square" tIns="34275">
            <a:normAutofit fontScale="90000"/>
          </a:bodyPr>
          <a:lstStyle/>
          <a:p>
            <a:pPr indent="0" lvl="0" marL="0" rtl="0" algn="l">
              <a:spcBef>
                <a:spcPts val="0"/>
              </a:spcBef>
              <a:spcAft>
                <a:spcPts val="0"/>
              </a:spcAft>
              <a:buNone/>
            </a:pPr>
            <a:r>
              <a:rPr b="1" lang="ko"/>
              <a:t>Generating adversarial features with Shapley Additive Explanations (SHAP) </a:t>
            </a:r>
            <a:endParaRPr b="1"/>
          </a:p>
        </p:txBody>
      </p:sp>
      <p:sp>
        <p:nvSpPr>
          <p:cNvPr id="108" name="Google Shape;108;p17"/>
          <p:cNvSpPr txBox="1"/>
          <p:nvPr>
            <p:ph idx="1" type="body"/>
          </p:nvPr>
        </p:nvSpPr>
        <p:spPr>
          <a:xfrm>
            <a:off x="640374" y="1212929"/>
            <a:ext cx="7548900" cy="3263400"/>
          </a:xfrm>
          <a:prstGeom prst="rect">
            <a:avLst/>
          </a:prstGeom>
        </p:spPr>
        <p:txBody>
          <a:bodyPr anchorCtr="0" anchor="t" bIns="34275" lIns="68575" spcFirstLastPara="1" rIns="68575" wrap="square" tIns="34275">
            <a:normAutofit/>
          </a:bodyPr>
          <a:lstStyle/>
          <a:p>
            <a:pPr indent="0" lvl="0" marL="0" rtl="0" algn="l">
              <a:lnSpc>
                <a:spcPct val="115000"/>
              </a:lnSpc>
              <a:spcBef>
                <a:spcPts val="0"/>
              </a:spcBef>
              <a:spcAft>
                <a:spcPts val="0"/>
              </a:spcAft>
              <a:buNone/>
            </a:pPr>
            <a:r>
              <a:rPr lang="ko" sz="1800">
                <a:solidFill>
                  <a:srgbClr val="000000"/>
                </a:solidFill>
              </a:rPr>
              <a:t>To flip a prediction, we adopt a greedy perturbation strategy at each step, </a:t>
            </a:r>
            <a:r>
              <a:rPr b="1" lang="ko" sz="1800">
                <a:solidFill>
                  <a:srgbClr val="000000"/>
                </a:solidFill>
              </a:rPr>
              <a:t>the feature with the largest positive contribution is replaced</a:t>
            </a:r>
            <a:r>
              <a:rPr lang="ko" sz="1800">
                <a:solidFill>
                  <a:srgbClr val="000000"/>
                </a:solidFill>
              </a:rPr>
              <a:t> with a benign candidate value from a reference set that minimizes its SHAP score.</a:t>
            </a:r>
            <a:r>
              <a:rPr lang="ko" sz="2500">
                <a:solidFill>
                  <a:srgbClr val="000000"/>
                </a:solidFill>
              </a:rPr>
              <a:t> </a:t>
            </a:r>
            <a:endParaRPr sz="2500">
              <a:solidFill>
                <a:srgbClr val="000000"/>
              </a:solidFill>
            </a:endParaRPr>
          </a:p>
          <a:p>
            <a:pPr indent="0" lvl="0" marL="0" rtl="0" algn="l">
              <a:spcBef>
                <a:spcPts val="800"/>
              </a:spcBef>
              <a:spcAft>
                <a:spcPts val="0"/>
              </a:spcAft>
              <a:buNone/>
            </a:pPr>
            <a:r>
              <a:t/>
            </a:r>
            <a:endParaRPr/>
          </a:p>
        </p:txBody>
      </p:sp>
      <p:pic>
        <p:nvPicPr>
          <p:cNvPr id="109" name="Google Shape;109;p17" title="Screenshot 2025-11-20 at 5.58.05 AM.png"/>
          <p:cNvPicPr preferRelativeResize="0"/>
          <p:nvPr/>
        </p:nvPicPr>
        <p:blipFill>
          <a:blip r:embed="rId3">
            <a:alphaModFix/>
          </a:blip>
          <a:stretch>
            <a:fillRect/>
          </a:stretch>
        </p:blipFill>
        <p:spPr>
          <a:xfrm>
            <a:off x="2448938" y="2493300"/>
            <a:ext cx="4061275" cy="2486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8"/>
          <p:cNvSpPr txBox="1"/>
          <p:nvPr>
            <p:ph type="title"/>
          </p:nvPr>
        </p:nvSpPr>
        <p:spPr>
          <a:xfrm>
            <a:off x="641797" y="149789"/>
            <a:ext cx="7547700" cy="6117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b="1" lang="ko"/>
              <a:t>Feature-to-Executable Generation with Prompt</a:t>
            </a:r>
            <a:endParaRPr b="1"/>
          </a:p>
        </p:txBody>
      </p:sp>
      <p:sp>
        <p:nvSpPr>
          <p:cNvPr id="115" name="Google Shape;115;p18"/>
          <p:cNvSpPr txBox="1"/>
          <p:nvPr>
            <p:ph idx="1" type="body"/>
          </p:nvPr>
        </p:nvSpPr>
        <p:spPr>
          <a:xfrm>
            <a:off x="640375" y="1212926"/>
            <a:ext cx="7682400" cy="21717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SzPts val="1018"/>
              <a:buNone/>
            </a:pPr>
            <a:r>
              <a:rPr lang="ko" sz="1742"/>
              <a:t>We leverage LLMs to translate perturbed feature vectors into valid PE binaries or byte-histogram features, the LLM is prompted to generate overlay code that adjusts byte counts without corrupting the file structure.</a:t>
            </a:r>
            <a:endParaRPr sz="1742"/>
          </a:p>
          <a:p>
            <a:pPr indent="0" lvl="0" marL="0" rtl="0" algn="l">
              <a:spcBef>
                <a:spcPts val="800"/>
              </a:spcBef>
              <a:spcAft>
                <a:spcPts val="0"/>
              </a:spcAft>
              <a:buSzPts val="1018"/>
              <a:buNone/>
            </a:pPr>
            <a:r>
              <a:t/>
            </a:r>
            <a:endParaRPr sz="1942"/>
          </a:p>
        </p:txBody>
      </p:sp>
      <p:pic>
        <p:nvPicPr>
          <p:cNvPr id="116" name="Google Shape;116;p18" title="Screenshot 2025-11-20 at 6.05.20 AM.png"/>
          <p:cNvPicPr preferRelativeResize="0"/>
          <p:nvPr/>
        </p:nvPicPr>
        <p:blipFill>
          <a:blip r:embed="rId3">
            <a:alphaModFix/>
          </a:blip>
          <a:stretch>
            <a:fillRect/>
          </a:stretch>
        </p:blipFill>
        <p:spPr>
          <a:xfrm>
            <a:off x="383925" y="3075925"/>
            <a:ext cx="4471050" cy="811325"/>
          </a:xfrm>
          <a:prstGeom prst="rect">
            <a:avLst/>
          </a:prstGeom>
          <a:noFill/>
          <a:ln>
            <a:noFill/>
          </a:ln>
        </p:spPr>
      </p:pic>
      <p:pic>
        <p:nvPicPr>
          <p:cNvPr id="117" name="Google Shape;117;p18" title="Screenshot 2025-09-17 at 2.30.15 AM.png"/>
          <p:cNvPicPr preferRelativeResize="0"/>
          <p:nvPr/>
        </p:nvPicPr>
        <p:blipFill>
          <a:blip r:embed="rId4">
            <a:alphaModFix/>
          </a:blip>
          <a:stretch>
            <a:fillRect/>
          </a:stretch>
        </p:blipFill>
        <p:spPr>
          <a:xfrm>
            <a:off x="4901221" y="2697550"/>
            <a:ext cx="4003175" cy="1944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641797" y="149789"/>
            <a:ext cx="7547700" cy="6117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b="1" lang="ko"/>
              <a:t>Evaluation</a:t>
            </a:r>
            <a:endParaRPr b="1"/>
          </a:p>
        </p:txBody>
      </p:sp>
      <p:sp>
        <p:nvSpPr>
          <p:cNvPr id="123" name="Google Shape;123;p19"/>
          <p:cNvSpPr txBox="1"/>
          <p:nvPr>
            <p:ph idx="1" type="body"/>
          </p:nvPr>
        </p:nvSpPr>
        <p:spPr>
          <a:xfrm>
            <a:off x="640374" y="1212929"/>
            <a:ext cx="7548900" cy="3263400"/>
          </a:xfrm>
          <a:prstGeom prst="rect">
            <a:avLst/>
          </a:prstGeom>
        </p:spPr>
        <p:txBody>
          <a:bodyPr anchorCtr="0" anchor="t" bIns="34275" lIns="68575" spcFirstLastPara="1" rIns="68575" wrap="square" tIns="34275">
            <a:normAutofit/>
          </a:bodyPr>
          <a:lstStyle/>
          <a:p>
            <a:pPr indent="-342900" lvl="0" marL="457200" rtl="0" algn="l">
              <a:spcBef>
                <a:spcPts val="800"/>
              </a:spcBef>
              <a:spcAft>
                <a:spcPts val="0"/>
              </a:spcAft>
              <a:buSzPts val="1800"/>
              <a:buChar char="•"/>
            </a:pPr>
            <a:r>
              <a:rPr b="1" lang="ko" sz="1800"/>
              <a:t>Dataset</a:t>
            </a:r>
            <a:r>
              <a:rPr lang="ko" sz="1800"/>
              <a:t> - 10,000 randomly selected malware from VirusShare</a:t>
            </a:r>
            <a:endParaRPr sz="1800"/>
          </a:p>
          <a:p>
            <a:pPr indent="-342900" lvl="0" marL="457200" rtl="0" algn="l">
              <a:spcBef>
                <a:spcPts val="0"/>
              </a:spcBef>
              <a:spcAft>
                <a:spcPts val="0"/>
              </a:spcAft>
              <a:buSzPts val="1800"/>
              <a:buChar char="•"/>
            </a:pPr>
            <a:r>
              <a:rPr b="1" lang="ko" sz="1800"/>
              <a:t>Model</a:t>
            </a:r>
            <a:r>
              <a:rPr lang="ko" sz="1800"/>
              <a:t> - EMBER</a:t>
            </a:r>
            <a:endParaRPr sz="1800"/>
          </a:p>
          <a:p>
            <a:pPr indent="0" lvl="0" marL="0" rtl="0" algn="l">
              <a:spcBef>
                <a:spcPts val="800"/>
              </a:spcBef>
              <a:spcAft>
                <a:spcPts val="0"/>
              </a:spcAft>
              <a:buNone/>
            </a:pPr>
            <a:r>
              <a:t/>
            </a:r>
            <a:endParaRPr sz="1800"/>
          </a:p>
          <a:p>
            <a:pPr indent="-342900" lvl="0" marL="457200" rtl="0" algn="l">
              <a:spcBef>
                <a:spcPts val="800"/>
              </a:spcBef>
              <a:spcAft>
                <a:spcPts val="0"/>
              </a:spcAft>
              <a:buSzPts val="1800"/>
              <a:buChar char="•"/>
            </a:pPr>
            <a:r>
              <a:rPr b="1" lang="ko" sz="1800"/>
              <a:t>Attack Success Rate </a:t>
            </a:r>
            <a:endParaRPr sz="1800"/>
          </a:p>
          <a:p>
            <a:pPr indent="0" lvl="0" marL="0" rtl="0" algn="l">
              <a:spcBef>
                <a:spcPts val="800"/>
              </a:spcBef>
              <a:spcAft>
                <a:spcPts val="0"/>
              </a:spcAft>
              <a:buNone/>
            </a:pPr>
            <a:r>
              <a:t/>
            </a:r>
            <a:endParaRPr sz="1800"/>
          </a:p>
        </p:txBody>
      </p:sp>
      <p:pic>
        <p:nvPicPr>
          <p:cNvPr id="124" name="Google Shape;124;p19" title="Screenshot 2025-11-20 at 6.14.05 AM.png"/>
          <p:cNvPicPr preferRelativeResize="0"/>
          <p:nvPr/>
        </p:nvPicPr>
        <p:blipFill>
          <a:blip r:embed="rId3">
            <a:alphaModFix/>
          </a:blip>
          <a:stretch>
            <a:fillRect/>
          </a:stretch>
        </p:blipFill>
        <p:spPr>
          <a:xfrm>
            <a:off x="1759100" y="2847875"/>
            <a:ext cx="5313100" cy="2021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0"/>
          <p:cNvSpPr txBox="1"/>
          <p:nvPr>
            <p:ph type="title"/>
          </p:nvPr>
        </p:nvSpPr>
        <p:spPr>
          <a:xfrm>
            <a:off x="641797" y="149789"/>
            <a:ext cx="7547700" cy="6117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b="1" lang="ko"/>
              <a:t>Evaluation</a:t>
            </a:r>
            <a:endParaRPr/>
          </a:p>
        </p:txBody>
      </p:sp>
      <p:sp>
        <p:nvSpPr>
          <p:cNvPr id="130" name="Google Shape;130;p20"/>
          <p:cNvSpPr txBox="1"/>
          <p:nvPr>
            <p:ph idx="1" type="body"/>
          </p:nvPr>
        </p:nvSpPr>
        <p:spPr>
          <a:xfrm>
            <a:off x="641199" y="1020504"/>
            <a:ext cx="7548900" cy="3263400"/>
          </a:xfrm>
          <a:prstGeom prst="rect">
            <a:avLst/>
          </a:prstGeom>
        </p:spPr>
        <p:txBody>
          <a:bodyPr anchorCtr="0" anchor="t" bIns="34275" lIns="68575" spcFirstLastPara="1" rIns="68575" wrap="square" tIns="34275">
            <a:normAutofit/>
          </a:bodyPr>
          <a:lstStyle/>
          <a:p>
            <a:pPr indent="0" lvl="0" marL="0" rtl="0" algn="l">
              <a:lnSpc>
                <a:spcPct val="115000"/>
              </a:lnSpc>
              <a:spcBef>
                <a:spcPts val="0"/>
              </a:spcBef>
              <a:spcAft>
                <a:spcPts val="0"/>
              </a:spcAft>
              <a:buNone/>
            </a:pPr>
            <a:r>
              <a:rPr b="1" lang="ko" sz="2000">
                <a:solidFill>
                  <a:srgbClr val="000000"/>
                </a:solidFill>
              </a:rPr>
              <a:t>Robustness of feature-to-executable translation:</a:t>
            </a:r>
            <a:endParaRPr b="1" sz="2000">
              <a:solidFill>
                <a:srgbClr val="000000"/>
              </a:solidFill>
            </a:endParaRPr>
          </a:p>
          <a:p>
            <a:pPr indent="0" lvl="0" marL="0" rtl="0" algn="l">
              <a:lnSpc>
                <a:spcPct val="115000"/>
              </a:lnSpc>
              <a:spcBef>
                <a:spcPts val="0"/>
              </a:spcBef>
              <a:spcAft>
                <a:spcPts val="0"/>
              </a:spcAft>
              <a:buNone/>
            </a:pPr>
            <a:r>
              <a:rPr lang="ko" sz="1700">
                <a:solidFill>
                  <a:srgbClr val="000000"/>
                </a:solidFill>
              </a:rPr>
              <a:t> As shown in the figure, most bytes are reconstructed with minimal error, but some target values deviate significantly when the required perturbation is too large to realize without excessive overhead. These reconstruction gaps directly reduce ASR when perturbations are translated into executable form.</a:t>
            </a:r>
            <a:endParaRPr sz="1700">
              <a:solidFill>
                <a:srgbClr val="000000"/>
              </a:solidFill>
            </a:endParaRPr>
          </a:p>
          <a:p>
            <a:pPr indent="0" lvl="0" marL="0" rtl="0" algn="l">
              <a:spcBef>
                <a:spcPts val="800"/>
              </a:spcBef>
              <a:spcAft>
                <a:spcPts val="0"/>
              </a:spcAft>
              <a:buNone/>
            </a:pPr>
            <a:r>
              <a:t/>
            </a:r>
            <a:endParaRPr/>
          </a:p>
        </p:txBody>
      </p:sp>
      <p:pic>
        <p:nvPicPr>
          <p:cNvPr id="131" name="Google Shape;131;p20" title="Screenshot 2025-09-17 at 3.28.05 AM.png"/>
          <p:cNvPicPr preferRelativeResize="0"/>
          <p:nvPr/>
        </p:nvPicPr>
        <p:blipFill>
          <a:blip r:embed="rId3">
            <a:alphaModFix/>
          </a:blip>
          <a:stretch>
            <a:fillRect/>
          </a:stretch>
        </p:blipFill>
        <p:spPr>
          <a:xfrm>
            <a:off x="1780176" y="2845900"/>
            <a:ext cx="5270952" cy="219307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1"/>
          <p:cNvSpPr txBox="1"/>
          <p:nvPr>
            <p:ph type="title"/>
          </p:nvPr>
        </p:nvSpPr>
        <p:spPr>
          <a:xfrm>
            <a:off x="641797" y="149789"/>
            <a:ext cx="7547700" cy="6117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b="1" lang="ko"/>
              <a:t>Subsequent Experiment</a:t>
            </a:r>
            <a:endParaRPr b="1"/>
          </a:p>
        </p:txBody>
      </p:sp>
      <p:sp>
        <p:nvSpPr>
          <p:cNvPr id="137" name="Google Shape;137;p21"/>
          <p:cNvSpPr txBox="1"/>
          <p:nvPr>
            <p:ph idx="1" type="body"/>
          </p:nvPr>
        </p:nvSpPr>
        <p:spPr>
          <a:xfrm>
            <a:off x="640374" y="1212929"/>
            <a:ext cx="75489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ko" sz="1800"/>
              <a:t>exe 로 변환하는 게 불가능한 featureHash 들</a:t>
            </a:r>
            <a:endParaRPr b="1" sz="1800"/>
          </a:p>
          <a:p>
            <a:pPr indent="0" lvl="0" marL="0" rtl="0" algn="l">
              <a:lnSpc>
                <a:spcPct val="115000"/>
              </a:lnSpc>
              <a:spcBef>
                <a:spcPts val="1200"/>
              </a:spcBef>
              <a:spcAft>
                <a:spcPts val="0"/>
              </a:spcAft>
              <a:buNone/>
            </a:pPr>
            <a:r>
              <a:rPr lang="ko" sz="1400"/>
              <a:t>예를 들어, Header_characteristics_0 는 전체 헤더의 캐릭터리스틱을 리스트로 만든 것을, feature Hash 에 통과시켜 10 차원의 hash 로 만든 후, 이때 0번째 인덱스의 값</a:t>
            </a:r>
            <a:endParaRPr sz="1400"/>
          </a:p>
          <a:p>
            <a:pPr indent="0" lvl="0" marL="0" rtl="0" algn="l">
              <a:spcBef>
                <a:spcPts val="1200"/>
              </a:spcBef>
              <a:spcAft>
                <a:spcPts val="0"/>
              </a:spcAft>
              <a:buNone/>
            </a:pPr>
            <a:r>
              <a:t/>
            </a:r>
            <a:endParaRPr b="1" sz="1800"/>
          </a:p>
        </p:txBody>
      </p:sp>
      <p:pic>
        <p:nvPicPr>
          <p:cNvPr id="138" name="Google Shape;138;p21" title="Screenshot 2025-11-20 at 6.19.30 AM.png"/>
          <p:cNvPicPr preferRelativeResize="0"/>
          <p:nvPr/>
        </p:nvPicPr>
        <p:blipFill>
          <a:blip r:embed="rId3">
            <a:alphaModFix/>
          </a:blip>
          <a:stretch>
            <a:fillRect/>
          </a:stretch>
        </p:blipFill>
        <p:spPr>
          <a:xfrm>
            <a:off x="1577872" y="2492822"/>
            <a:ext cx="5880724" cy="22491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2"/>
          <p:cNvSpPr txBox="1"/>
          <p:nvPr>
            <p:ph type="title"/>
          </p:nvPr>
        </p:nvSpPr>
        <p:spPr>
          <a:xfrm>
            <a:off x="641797" y="149789"/>
            <a:ext cx="7547700" cy="6117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b="1" lang="ko"/>
              <a:t>Subsequent </a:t>
            </a:r>
            <a:r>
              <a:rPr b="1" lang="ko"/>
              <a:t>Experiment</a:t>
            </a:r>
            <a:endParaRPr b="1"/>
          </a:p>
        </p:txBody>
      </p:sp>
      <p:sp>
        <p:nvSpPr>
          <p:cNvPr id="144" name="Google Shape;144;p22"/>
          <p:cNvSpPr txBox="1"/>
          <p:nvPr>
            <p:ph idx="1" type="body"/>
          </p:nvPr>
        </p:nvSpPr>
        <p:spPr>
          <a:xfrm>
            <a:off x="640374" y="1212929"/>
            <a:ext cx="75489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ko" sz="1800"/>
              <a:t>LLM 의 비중을 더 키우기 위해 :</a:t>
            </a:r>
            <a:r>
              <a:rPr b="1" lang="ko" sz="1800"/>
              <a:t> </a:t>
            </a:r>
            <a:r>
              <a:rPr b="1" lang="ko" sz="1800"/>
              <a:t>LLM As a </a:t>
            </a:r>
            <a:r>
              <a:rPr b="1" lang="ko" sz="1800"/>
              <a:t>decision</a:t>
            </a:r>
            <a:r>
              <a:rPr b="1" lang="ko" sz="1800"/>
              <a:t> Maker</a:t>
            </a:r>
            <a:endParaRPr b="1" sz="1800"/>
          </a:p>
          <a:p>
            <a:pPr indent="0" lvl="0" marL="0" rtl="0" algn="l">
              <a:spcBef>
                <a:spcPts val="800"/>
              </a:spcBef>
              <a:spcAft>
                <a:spcPts val="0"/>
              </a:spcAft>
              <a:buNone/>
            </a:pPr>
            <a:r>
              <a:rPr lang="ko" sz="1800"/>
              <a:t>LLM </a:t>
            </a:r>
            <a:r>
              <a:rPr lang="ko" sz="1800"/>
              <a:t>에게 여러가지 액션을 제공하고, 그 액션이 evasion 에 미친 영향을 평가하고, 로그를 LLM 에게 제공하여 LLM이 액션을 선택함. </a:t>
            </a:r>
            <a:endParaRPr sz="1800"/>
          </a:p>
        </p:txBody>
      </p:sp>
      <p:pic>
        <p:nvPicPr>
          <p:cNvPr id="145" name="Google Shape;145;p22" title="Screenshot 2025-11-20 at 6.17.39 AM.png"/>
          <p:cNvPicPr preferRelativeResize="0"/>
          <p:nvPr/>
        </p:nvPicPr>
        <p:blipFill>
          <a:blip r:embed="rId3">
            <a:alphaModFix/>
          </a:blip>
          <a:stretch>
            <a:fillRect/>
          </a:stretch>
        </p:blipFill>
        <p:spPr>
          <a:xfrm>
            <a:off x="1010275" y="2755144"/>
            <a:ext cx="3965851" cy="17211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3"/>
          <p:cNvSpPr txBox="1"/>
          <p:nvPr>
            <p:ph type="title"/>
          </p:nvPr>
        </p:nvSpPr>
        <p:spPr>
          <a:xfrm>
            <a:off x="641797" y="149789"/>
            <a:ext cx="7547700" cy="6117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b="1" lang="ko"/>
              <a:t>Subsequent Experiment</a:t>
            </a:r>
            <a:endParaRPr/>
          </a:p>
        </p:txBody>
      </p:sp>
      <p:sp>
        <p:nvSpPr>
          <p:cNvPr id="151" name="Google Shape;151;p23"/>
          <p:cNvSpPr txBox="1"/>
          <p:nvPr>
            <p:ph idx="1" type="body"/>
          </p:nvPr>
        </p:nvSpPr>
        <p:spPr>
          <a:xfrm>
            <a:off x="640374" y="1212929"/>
            <a:ext cx="7548900" cy="3263400"/>
          </a:xfrm>
          <a:prstGeom prst="rect">
            <a:avLst/>
          </a:prstGeom>
        </p:spPr>
        <p:txBody>
          <a:bodyPr anchorCtr="0" anchor="t" bIns="34275" lIns="68575" spcFirstLastPara="1" rIns="68575" wrap="square" tIns="34275">
            <a:normAutofit fontScale="85000" lnSpcReduction="20000"/>
          </a:bodyPr>
          <a:lstStyle/>
          <a:p>
            <a:pPr indent="0" lvl="0" marL="0" rtl="0" algn="l">
              <a:spcBef>
                <a:spcPts val="800"/>
              </a:spcBef>
              <a:spcAft>
                <a:spcPts val="0"/>
              </a:spcAft>
              <a:buNone/>
            </a:pPr>
            <a:r>
              <a:rPr lang="ko" sz="1800"/>
              <a:t>LLM </a:t>
            </a:r>
            <a:r>
              <a:rPr lang="ko" sz="1800"/>
              <a:t>을 overlay generator 로 활용할 때: </a:t>
            </a:r>
            <a:r>
              <a:rPr lang="ko" sz="1700"/>
              <a:t>Iterative refinement</a:t>
            </a:r>
            <a:endParaRPr sz="1700"/>
          </a:p>
          <a:p>
            <a:pPr indent="0" lvl="0" marL="0" rtl="0" algn="l">
              <a:spcBef>
                <a:spcPts val="800"/>
              </a:spcBef>
              <a:spcAft>
                <a:spcPts val="0"/>
              </a:spcAft>
              <a:buNone/>
            </a:pPr>
            <a:r>
              <a:t/>
            </a:r>
            <a:endParaRPr sz="1700"/>
          </a:p>
          <a:p>
            <a:pPr indent="0" lvl="0" marL="0" rtl="0" algn="l">
              <a:lnSpc>
                <a:spcPct val="115000"/>
              </a:lnSpc>
              <a:spcBef>
                <a:spcPts val="1200"/>
              </a:spcBef>
              <a:spcAft>
                <a:spcPts val="0"/>
              </a:spcAft>
              <a:buNone/>
            </a:pPr>
            <a:r>
              <a:rPr lang="ko" sz="1700"/>
              <a:t>(1) LLM 의 출력</a:t>
            </a:r>
            <a:endParaRPr sz="1700"/>
          </a:p>
          <a:p>
            <a:pPr indent="0" lvl="0" marL="0" rtl="0" algn="l">
              <a:lnSpc>
                <a:spcPct val="115000"/>
              </a:lnSpc>
              <a:spcBef>
                <a:spcPts val="1200"/>
              </a:spcBef>
              <a:spcAft>
                <a:spcPts val="0"/>
              </a:spcAft>
              <a:buNone/>
            </a:pPr>
            <a:r>
              <a:rPr lang="ko" sz="1700"/>
              <a:t>(2) 출력을 바탕으로 pe 파일을 변형 후, Evasion 여부 측정</a:t>
            </a:r>
            <a:endParaRPr sz="1700"/>
          </a:p>
          <a:p>
            <a:pPr indent="0" lvl="0" marL="0" rtl="0" algn="l">
              <a:lnSpc>
                <a:spcPct val="115000"/>
              </a:lnSpc>
              <a:spcBef>
                <a:spcPts val="1200"/>
              </a:spcBef>
              <a:spcAft>
                <a:spcPts val="0"/>
              </a:spcAft>
              <a:buNone/>
            </a:pPr>
            <a:r>
              <a:rPr lang="ko" sz="1700"/>
              <a:t>(3) 실패 시, LLM 에게 피드백을 제공하며 출력을 나아지게 만들 수 있게 함.</a:t>
            </a:r>
            <a:endParaRPr sz="1700"/>
          </a:p>
          <a:p>
            <a:pPr indent="0" lvl="0" marL="0" rtl="0" algn="l">
              <a:lnSpc>
                <a:spcPct val="115000"/>
              </a:lnSpc>
              <a:spcBef>
                <a:spcPts val="1200"/>
              </a:spcBef>
              <a:spcAft>
                <a:spcPts val="0"/>
              </a:spcAft>
              <a:buNone/>
            </a:pPr>
            <a:r>
              <a:t/>
            </a:r>
            <a:endParaRPr sz="1700"/>
          </a:p>
          <a:p>
            <a:pPr indent="0" lvl="0" marL="0" rtl="0" algn="l">
              <a:lnSpc>
                <a:spcPct val="115000"/>
              </a:lnSpc>
              <a:spcBef>
                <a:spcPts val="1200"/>
              </a:spcBef>
              <a:spcAft>
                <a:spcPts val="0"/>
              </a:spcAft>
              <a:buNone/>
            </a:pPr>
            <a:r>
              <a:rPr lang="ko" sz="1700"/>
              <a:t>그러나, 정확히 어느 부분을 고쳐야하는지 알려주기 힘듦.</a:t>
            </a:r>
            <a:endParaRPr sz="1700"/>
          </a:p>
          <a:p>
            <a:pPr indent="0" lvl="0" marL="0" rtl="0" algn="l">
              <a:lnSpc>
                <a:spcPct val="115000"/>
              </a:lnSpc>
              <a:spcBef>
                <a:spcPts val="1200"/>
              </a:spcBef>
              <a:spcAft>
                <a:spcPts val="0"/>
              </a:spcAft>
              <a:buNone/>
            </a:pPr>
            <a:r>
              <a:rPr lang="ko" sz="1700"/>
              <a:t>어떤 샘플을 확실하게 evasion 시킬 수 있는 방법 g(x) 가 존재하지 않음.</a:t>
            </a:r>
            <a:endParaRPr sz="1700"/>
          </a:p>
          <a:p>
            <a:pPr indent="0" lvl="0" marL="0" rtl="0" algn="l">
              <a:spcBef>
                <a:spcPts val="120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type="title"/>
          </p:nvPr>
        </p:nvSpPr>
        <p:spPr>
          <a:xfrm>
            <a:off x="641797" y="149789"/>
            <a:ext cx="7547700" cy="6117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b="1" lang="ko"/>
              <a:t>Subsequent Experiment</a:t>
            </a:r>
            <a:endParaRPr/>
          </a:p>
        </p:txBody>
      </p:sp>
      <p:sp>
        <p:nvSpPr>
          <p:cNvPr id="157" name="Google Shape;157;p24"/>
          <p:cNvSpPr txBox="1"/>
          <p:nvPr>
            <p:ph idx="1" type="body"/>
          </p:nvPr>
        </p:nvSpPr>
        <p:spPr>
          <a:xfrm>
            <a:off x="640375" y="1212926"/>
            <a:ext cx="7548900" cy="4836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ko" sz="1800"/>
              <a:t>LLM 의 출력과 pe에 반영될 때, 또 디텍션이 보는 feature 들 사이의 gap</a:t>
            </a:r>
            <a:endParaRPr b="1" sz="1800"/>
          </a:p>
        </p:txBody>
      </p:sp>
      <p:graphicFrame>
        <p:nvGraphicFramePr>
          <p:cNvPr id="158" name="Google Shape;158;p24"/>
          <p:cNvGraphicFramePr/>
          <p:nvPr/>
        </p:nvGraphicFramePr>
        <p:xfrm>
          <a:off x="873150" y="2366225"/>
          <a:ext cx="3000000" cy="3000000"/>
        </p:xfrm>
        <a:graphic>
          <a:graphicData uri="http://schemas.openxmlformats.org/drawingml/2006/table">
            <a:tbl>
              <a:tblPr>
                <a:noFill/>
                <a:tableStyleId>{8FF8EE6E-68CC-47FB-9A1A-AE0CE3782BAE}</a:tableStyleId>
              </a:tblPr>
              <a:tblGrid>
                <a:gridCol w="2413000"/>
                <a:gridCol w="2413000"/>
                <a:gridCol w="2413000"/>
              </a:tblGrid>
              <a:tr h="408500">
                <a:tc>
                  <a:txBody>
                    <a:bodyPr/>
                    <a:lstStyle/>
                    <a:p>
                      <a:pPr indent="0" lvl="0" marL="0" rtl="0" algn="l">
                        <a:spcBef>
                          <a:spcPts val="0"/>
                        </a:spcBef>
                        <a:spcAft>
                          <a:spcPts val="0"/>
                        </a:spcAft>
                        <a:buNone/>
                      </a:pPr>
                      <a:r>
                        <a:rPr lang="ko"/>
                        <a:t>LLM 이 출력할 수 있는 것</a:t>
                      </a:r>
                      <a:endParaRPr/>
                    </a:p>
                  </a:txBody>
                  <a:tcPr marT="91425" marB="91425" marR="91425" marL="91425">
                    <a:solidFill>
                      <a:schemeClr val="lt2"/>
                    </a:solidFill>
                  </a:tcPr>
                </a:tc>
                <a:tc>
                  <a:txBody>
                    <a:bodyPr/>
                    <a:lstStyle/>
                    <a:p>
                      <a:pPr indent="0" lvl="0" marL="0" rtl="0" algn="l">
                        <a:spcBef>
                          <a:spcPts val="0"/>
                        </a:spcBef>
                        <a:spcAft>
                          <a:spcPts val="0"/>
                        </a:spcAft>
                        <a:buNone/>
                      </a:pPr>
                      <a:r>
                        <a:rPr lang="ko"/>
                        <a:t>출력이 실제 PE 파일에 반영될 때</a:t>
                      </a:r>
                      <a:endParaRPr/>
                    </a:p>
                  </a:txBody>
                  <a:tcPr marT="91425" marB="91425" marR="91425" marL="91425">
                    <a:solidFill>
                      <a:schemeClr val="lt2"/>
                    </a:solidFill>
                  </a:tcPr>
                </a:tc>
                <a:tc>
                  <a:txBody>
                    <a:bodyPr/>
                    <a:lstStyle/>
                    <a:p>
                      <a:pPr indent="0" lvl="0" marL="0" rtl="0" algn="l">
                        <a:spcBef>
                          <a:spcPts val="0"/>
                        </a:spcBef>
                        <a:spcAft>
                          <a:spcPts val="0"/>
                        </a:spcAft>
                        <a:buNone/>
                      </a:pPr>
                      <a:r>
                        <a:rPr lang="ko"/>
                        <a:t>디텍션이 PE 에서 추출하는 feature </a:t>
                      </a:r>
                      <a:endParaRPr/>
                    </a:p>
                  </a:txBody>
                  <a:tcPr marT="91425" marB="91425" marR="91425" marL="91425">
                    <a:solidFill>
                      <a:schemeClr val="lt2"/>
                    </a:solidFill>
                  </a:tcPr>
                </a:tc>
              </a:tr>
              <a:tr h="1216725">
                <a:tc>
                  <a:txBody>
                    <a:bodyPr/>
                    <a:lstStyle/>
                    <a:p>
                      <a:pPr indent="0" lvl="0" marL="0" rtl="0" algn="l">
                        <a:spcBef>
                          <a:spcPts val="0"/>
                        </a:spcBef>
                        <a:spcAft>
                          <a:spcPts val="0"/>
                        </a:spcAft>
                        <a:buNone/>
                      </a:pPr>
                      <a:r>
                        <a:rPr lang="ko"/>
                        <a:t>문자열</a:t>
                      </a:r>
                      <a:endParaRPr/>
                    </a:p>
                  </a:txBody>
                  <a:tcPr marT="91425" marB="91425" marR="91425" marL="91425"/>
                </a:tc>
                <a:tc>
                  <a:txBody>
                    <a:bodyPr/>
                    <a:lstStyle/>
                    <a:p>
                      <a:pPr indent="0" lvl="0" marL="0" rtl="0" algn="l">
                        <a:spcBef>
                          <a:spcPts val="0"/>
                        </a:spcBef>
                        <a:spcAft>
                          <a:spcPts val="0"/>
                        </a:spcAft>
                        <a:buNone/>
                      </a:pPr>
                      <a:r>
                        <a:rPr lang="ko"/>
                        <a:t>코드 → 컴파일을 거쳐 .obj 파일이 된 후 pe 파일에 반영. </a:t>
                      </a:r>
                      <a:endParaRPr/>
                    </a:p>
                  </a:txBody>
                  <a:tcPr marT="91425" marB="91425" marR="91425" marL="91425"/>
                </a:tc>
                <a:tc>
                  <a:txBody>
                    <a:bodyPr/>
                    <a:lstStyle/>
                    <a:p>
                      <a:pPr indent="0" lvl="0" marL="0" rtl="0" algn="l">
                        <a:lnSpc>
                          <a:spcPct val="115000"/>
                        </a:lnSpc>
                        <a:spcBef>
                          <a:spcPts val="1200"/>
                        </a:spcBef>
                        <a:spcAft>
                          <a:spcPts val="0"/>
                        </a:spcAft>
                        <a:buNone/>
                      </a:pPr>
                      <a:r>
                        <a:rPr lang="ko"/>
                        <a:t>EMBER feature</a:t>
                      </a:r>
                      <a:endParaRPr/>
                    </a:p>
                    <a:p>
                      <a:pPr indent="0" lvl="0" marL="0" rtl="0" algn="l">
                        <a:lnSpc>
                          <a:spcPct val="115000"/>
                        </a:lnSpc>
                        <a:spcBef>
                          <a:spcPts val="1200"/>
                        </a:spcBef>
                        <a:spcAft>
                          <a:spcPts val="0"/>
                        </a:spcAft>
                        <a:buNone/>
                      </a:pPr>
                      <a:r>
                        <a:rPr lang="ko"/>
                        <a:t>pe 파일의 feature 들 + Hash</a:t>
                      </a:r>
                      <a:endParaRPr/>
                    </a:p>
                    <a:p>
                      <a:pPr indent="0" lvl="0" marL="0" rtl="0" algn="l">
                        <a:spcBef>
                          <a:spcPts val="1200"/>
                        </a:spcBef>
                        <a:spcAft>
                          <a:spcPts val="0"/>
                        </a:spcAft>
                        <a:buNone/>
                      </a:pPr>
                      <a:r>
                        <a:t/>
                      </a:r>
                      <a:endParaRPr/>
                    </a:p>
                  </a:txBody>
                  <a:tcPr marT="91425" marB="91425" marR="91425" marL="9142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title"/>
          </p:nvPr>
        </p:nvSpPr>
        <p:spPr>
          <a:xfrm>
            <a:off x="641797" y="149789"/>
            <a:ext cx="7547700" cy="6117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b="1" lang="ko"/>
              <a:t>Conclusion </a:t>
            </a:r>
            <a:endParaRPr b="1"/>
          </a:p>
        </p:txBody>
      </p:sp>
      <p:sp>
        <p:nvSpPr>
          <p:cNvPr id="164" name="Google Shape;164;p25"/>
          <p:cNvSpPr txBox="1"/>
          <p:nvPr>
            <p:ph idx="1" type="body"/>
          </p:nvPr>
        </p:nvSpPr>
        <p:spPr>
          <a:xfrm>
            <a:off x="640375" y="1212925"/>
            <a:ext cx="79221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ko" sz="1800"/>
              <a:t>LLM </a:t>
            </a:r>
            <a:r>
              <a:rPr lang="ko" sz="1800"/>
              <a:t>이 갖고 있는 능력과, </a:t>
            </a:r>
            <a:endParaRPr sz="1800"/>
          </a:p>
          <a:p>
            <a:pPr indent="0" lvl="0" marL="0" rtl="0" algn="l">
              <a:spcBef>
                <a:spcPts val="800"/>
              </a:spcBef>
              <a:spcAft>
                <a:spcPts val="0"/>
              </a:spcAft>
              <a:buNone/>
            </a:pPr>
            <a:r>
              <a:rPr lang="ko" sz="1800"/>
              <a:t>Malware Variants Generation, Mutation, Evasion 에 필요한 능력은 서로 다름.</a:t>
            </a:r>
            <a:endParaRPr sz="1800"/>
          </a:p>
          <a:p>
            <a:pPr indent="0" lvl="0" marL="0" rtl="0" algn="l">
              <a:spcBef>
                <a:spcPts val="800"/>
              </a:spcBef>
              <a:spcAft>
                <a:spcPts val="0"/>
              </a:spcAft>
              <a:buNone/>
            </a:pPr>
            <a:r>
              <a:t/>
            </a:r>
            <a:endParaRPr sz="18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테마">
  <a:themeElements>
    <a:clrScheme name="사용자 지정 1">
      <a:dk1>
        <a:srgbClr val="222A35"/>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